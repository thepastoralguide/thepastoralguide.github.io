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5A44"/>
                </a:solidFill>
                <a:latin typeface="Libre Caslon Display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5384" y="1243584"/>
            <a:ext cx="3033231" cy="237744"/>
          </a:xfrm>
          <a:prstGeom prst="roundRect">
            <a:avLst>
              <a:gd name="adj" fmla="val 50000"/>
            </a:avLst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CHRISTMAS EDITION  ·  SIXTH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Ten questions: four fact or myth, then three with options and three to write.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F5A44"/>
                </a:solidFill>
                <a:latin typeface="Libre Caslon Display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F5A44"/>
                </a:solidFill>
                <a:latin typeface="Libre Caslon Display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F5A44"/>
                </a:solidFill>
                <a:latin typeface="Libre Caslon Display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F5A44"/>
                </a:solidFill>
                <a:latin typeface="Karla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Fact or myth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6D5CA"/>
                </a:solidFill>
                <a:latin typeface="Karla"/>
              </a:rPr>
              <a:t>Four statements about Christmas. As a team, decide whether each one is a fact or a myth.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6D5CA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6D5CA"/>
                </a:solidFill>
                <a:latin typeface="Karla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Thanks to Oliver Cromwell, it is still illegal to eat a mince pie on Christmas Day in England.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Martin Luther invented the Christmas tree.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Armenian Christians in Jerusalem celebrate Christmas on 19 January.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The first Christmas card, printed in 1843, caused a row because it showed a child drinking wine.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E8C8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63A36"/>
                </a:solidFill>
                <a:latin typeface="Karla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Choose or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8C8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8C8C3"/>
                </a:solidFill>
                <a:latin typeface="Karla"/>
              </a:rPr>
              <a:t>Six questions. The first three give you options, and the last three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8C8C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8C8C3"/>
                </a:solidFill>
                <a:latin typeface="Karla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746760"/>
            <a:ext cx="7772400" cy="1908048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46760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39368"/>
            <a:ext cx="6309360" cy="13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i="0">
                <a:solidFill>
                  <a:srgbClr val="2F5A44"/>
                </a:solidFill>
                <a:latin typeface="Libre Caslon Display"/>
              </a:rPr>
              <a:t>An economist found that people value the presents they get at less than they cost. Roughly how much of the value is lost?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98392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322320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About 1 per cent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98392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322320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tenth to a third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98392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322320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More than half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How many candles were on the first Advent wreath, in 1839?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The oldest known record of Christmas on 25 December comes from which year?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227832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AD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03904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227832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AD 354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03904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227832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AD 1066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05256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05256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97864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In 2023, which country moved its official Christmas Day from 7 January to 25 December?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557016"/>
            <a:ext cx="5212080" cy="27432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The French word “Noël” comes from a Latin word meaning what?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05256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05256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97864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Many Orthodox churches celebrate Christmas on 7 January. Which calendar are they following?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557016"/>
            <a:ext cx="5212080" cy="27432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F5A44"/>
                </a:solidFill>
                <a:latin typeface="Karl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6D5CA"/>
                </a:solidFill>
                <a:latin typeface="Karla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6D5CA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6D5CA"/>
                </a:solidFill>
                <a:latin typeface="Karla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Thanks to Oliver Cromwell, it is still illegal to eat a mince pie on Christmas Day in England.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Parliament banned Christmas celebrations in 1647, not Cromwell himself, and no law ever named mince pies. The bans ended when the monarchy returned in 1660.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Martin Luther invented the Christmas tree.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Luther story is a later legend. One of the earliest reliable records is from Sélestat, in Alsace, in 1521, when the town paid guards to protect its fir trees.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Armenian Christians in Jerusalem celebrate Christmas on 19 January.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Armenian Church keeps Christmas on 6 January, and in Jerusalem it still follows the old Julian calendar. That moves the date to 19 January.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The first Christmas card, printed in 1843, caused a row because it showed a child drinking wine.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Henry Cole had 1,000 printed and sold them for a shilling each. Campaigners against alcohol objected to the picture.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An economist found that people value the presents they get at less than they cost. Roughly how much of the value is lost?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B.  A tenth to a third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Joel Waldfogel called it the deadweight loss of Christmas, in a study from 1993. Cash avoids the loss, because nobody values it at less than it is worth.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How many candles were on the first Advent wreath, in 1839?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C.  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pastor in Hamburg put 24 small and 4 large candles on a cartwheel, because the children at his school kept asking how long it was until Christmas.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The oldest known record of Christmas on 25 December comes from which year?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B.  AD 354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It is in a Roman calendar called the Chronograph of 354. Nobody knows the actual date Jesus was born.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2023, which country moved its official Christmas Day from 7 January to 25 December?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Ukraine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law was signed in July 2023. The government said it was to move away from the Russian tradition.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The French word “Noël” comes from a Latin word meaning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Birth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Latin word is “natalis”. It shares a root with English words like “natal” and “native”.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Many Orthodox churches celebrate Christmas on 7 January. Which calendar are they following?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The Julian calendar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On the Julian calendar, 7 January is still 25 December. It is 13 days behind the calendar most of the world uses now, and the gap grows to 14 days in 2100.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THE FORM TIME QUIZ  ·  CHRISTMAS EDITION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5A44"/>
                </a:solidFill>
                <a:latin typeface="Libre Caslon Display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More free quizzes and form time activities at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63A3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63A3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