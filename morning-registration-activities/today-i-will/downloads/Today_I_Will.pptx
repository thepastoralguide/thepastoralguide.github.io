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2F6FB5"/>
                </a:solidFill>
                <a:latin typeface="Libre Caslon Display"/>
              </a:rPr>
              <a:t>Today I Will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3D7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2A5C93"/>
                </a:solidFill>
                <a:latin typeface="Karla"/>
              </a:rPr>
              <a:t>Say one small thing you will do today. Tomorrow, somebody 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w-prom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A prompt goes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One prompt on the board, showing what kind of promise today 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tw-prom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You say yours out 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A few words is plenty. It has to be small enough to do by home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tw-b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Tomorrow you get asked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Two or three people say how yesterday went. “I didn’t” is a fine answer.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17520" y="4956048"/>
            <a:ext cx="6153912" cy="1005840"/>
          </a:xfrm>
          <a:prstGeom prst="roundRect">
            <a:avLst>
              <a:gd name="adj" fmla="val 10909"/>
            </a:avLst>
          </a:prstGeom>
          <a:solidFill>
            <a:srgbClr val="3D7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029200"/>
            <a:ext cx="569671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“Today I will do something for somebody else.”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559552"/>
            <a:ext cx="569671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C4D9EE"/>
                </a:solidFill>
                <a:latin typeface="Karla"/>
              </a:rPr>
              <a:t>The first of five prompts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7896BD"/>
                </a:solidFill>
                <a:latin typeface="Karla"/>
              </a:rPr>
              <a:t>Needs: nothing to print. The five prompts are already here, one to a morning.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something for somebody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get something done that I have been putting 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speak to somebody I do not usually speak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something I would normally not bother with.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one thing that makes tomorrow easier.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2F6FB5"/>
                </a:solidFill>
                <a:latin typeface="Libre Caslon Display"/>
              </a:rPr>
              <a:t>Your prompt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2A5C93"/>
                </a:solidFill>
                <a:latin typeface="Karla"/>
              </a:rPr>
              <a:t>Five prompts in these slides, and five more in the resource pack.</a:t>
            </a:r>
            <a:br/>
            <a:r>
              <a:rPr sz="1700" b="0">
                <a:solidFill>
                  <a:srgbClr val="2A5C93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tw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Think of a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Something you would be willing to answer yourself.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tw-sm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Keep it 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Something you can finish between registration and home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tw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2F6FB5"/>
                </a:solidFill>
                <a:latin typeface="Libre Caslon Display"/>
              </a:rPr>
              <a:t>The best prompts are the ones you would find slightly difficult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7896BD"/>
                </a:solidFill>
                <a:latin typeface="Karla"/>
              </a:rPr>
              <a:t>Needs: nothing new. Five more prompts are in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Today I Will: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