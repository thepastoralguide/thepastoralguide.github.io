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1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BOSTON, 1967</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Who Paid for the Science?</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who pays for research, and why readers need to be told.</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BOSTON, 1967</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1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FAT, NOT SUGAR, IS THE</a:t>
            </a:r>
            <a:br>
              <a:rPr lang="en-GB"/>
            </a:br>
            <a:r>
              <a:rPr sz="2800" b="1" i="0">
                <a:solidFill>
                  <a:srgbClr val="262422"/>
                </a:solidFill>
                <a:latin typeface="Libre Caslon Display"/>
              </a:rPr>
              <a:t>DANGER TO YOUR HEART</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Harvard scientists review the evidence and find only one change to diet that can prevent heart disease: cutting fat and cholesterol.</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118872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A review in the New England Journal of Medicine, one of the most respected medical journals in the world, has looked at the studies blaming sugar for heart disease.</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118872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Its authors, from Harvard’s School of Public Health, found those studies weak. The answer, they say, is fat and cholesterol, and that is where families should look.</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379855"/>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379855"/>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818896"/>
          </a:xfrm>
          <a:prstGeom prst="rect">
            <a:avLst/>
          </a:prstGeom>
          <a:noFill/>
          <a:effectLst/>
        </p:spPr>
        <p:txBody>
          <a:bodyPr wrap="square" anchor="t" lIns="0" rIns="0" tIns="0" bIns="0">
            <a:spAutoFit/>
          </a:bodyPr>
          <a:lstStyle/>
          <a:p>
            <a:pPr algn="l">
              <a:lnSpc>
                <a:spcPct val="112000"/>
              </a:lnSpc>
              <a:spcAft>
                <a:spcPts val="0"/>
              </a:spcAft>
            </a:pPr>
            <a:r>
              <a:rPr sz="1300" b="1" i="0">
                <a:solidFill>
                  <a:srgbClr val="34322F"/>
                </a:solidFill>
                <a:latin typeface="Libre Caslon Display"/>
              </a:rPr>
              <a:t>The only diet change that can prevent heart disease is cutting fat and cholesterol.</a:t>
            </a:r>
          </a:p>
        </p:txBody>
      </p:sp>
      <p:sp>
        <p:nvSpPr>
          <p:cNvPr id="22" name="TextBox 21"/>
          <p:cNvSpPr txBox="1"/>
          <p:nvPr/>
        </p:nvSpPr>
        <p:spPr>
          <a:xfrm>
            <a:off x="6208776" y="4044187"/>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WHAT THE REVIEW CONCLUDED</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612647"/>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612647"/>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283464"/>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“Sugar is not a problem for your heart. Fat is.”</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1249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124968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79248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Scientists from Harvard, writing in one of the most respected medical journals. That sounds trustworthy. What the front page does not say is who paid for the work.</a:t>
            </a:r>
          </a:p>
        </p:txBody>
      </p:sp>
      <p:sp>
        <p:nvSpPr>
          <p:cNvPr id="10" name="TextBox 9"/>
          <p:cNvSpPr txBox="1"/>
          <p:nvPr/>
        </p:nvSpPr>
        <p:spPr>
          <a:xfrm>
            <a:off x="685800" y="313334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authors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The review was written by nutrition scientists at Harvard, one of the most famous universities in the world. It came out in 1967 in the New England Journal of Medicine. The authors listed some of the money that paid for their work. The Sugar Research Foundation was not on the list.</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STAT News, 12 September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plan</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1964, a sugar industry group wrote a plan to change “negative attitudes towards sugar”, partly by paying for research. In July 1965, one of its leaders, John Hickson, asked Harvard for a review of the studies that found “some special metabolic peril in sucrose”, which is sugar. The fee was $6,500, about $48,000 in today’s money.</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STAT News and JAMA Internal Medicine,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letter</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The industry saw a draft before the review was sent to the journal. Hickson wrote back: “Let me assure you this is quite what we had in mind and we look forward to its appearance in print.” The review said changing fat and cholesterol was the only diet change that could prevent heart disease.</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Quoted in STAT News,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The fee was $6,500 in 1965, about $48,000 in 2016 money. Roughly how many times more is the 2016 figure?</a:t>
            </a:r>
          </a:p>
        </p:txBody>
      </p:sp>
      <p:sp>
        <p:nvSpPr>
          <p:cNvPr id="11" name="Rectangle 10"/>
          <p:cNvSpPr/>
          <p:nvPr/>
        </p:nvSpPr>
        <p:spPr>
          <a:xfrm>
            <a:off x="685800" y="2345436"/>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27732"/>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00884"/>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455164"/>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How many years passed between the review coming out (1967) and the letters being published (2016)?</a:t>
            </a:r>
          </a:p>
        </p:txBody>
      </p:sp>
      <p:sp>
        <p:nvSpPr>
          <p:cNvPr id="15" name="Rectangle 14"/>
          <p:cNvSpPr/>
          <p:nvPr/>
        </p:nvSpPr>
        <p:spPr>
          <a:xfrm>
            <a:off x="685800" y="3209544"/>
            <a:ext cx="7772400" cy="93954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29184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36499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319272"/>
            <a:ext cx="6903720" cy="72009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The journal started asking authors who paid them in 1984. How many years after the review was that, and why might it matter?</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The fee was $6,500 in 1965, about $48,000 in 2016 money. Roughly how many times more is the 2016 figure?</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7 times (48,000 ÷ 6,500 = 7.4).</a:t>
            </a:r>
          </a:p>
        </p:txBody>
      </p:sp>
      <p:sp>
        <p:nvSpPr>
          <p:cNvPr id="12" name="Rectangle 11"/>
          <p:cNvSpPr/>
          <p:nvPr/>
        </p:nvSpPr>
        <p:spPr>
          <a:xfrm>
            <a:off x="685800" y="2423160"/>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How many years passed between the review coming out (1967) and the letters being published (2016)?</a:t>
            </a:r>
          </a:p>
        </p:txBody>
      </p:sp>
      <p:sp>
        <p:nvSpPr>
          <p:cNvPr id="16" name="TextBox 15"/>
          <p:cNvSpPr txBox="1"/>
          <p:nvPr/>
        </p:nvSpPr>
        <p:spPr>
          <a:xfrm>
            <a:off x="1371600" y="2971800"/>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49 years.</a:t>
            </a:r>
          </a:p>
        </p:txBody>
      </p:sp>
      <p:sp>
        <p:nvSpPr>
          <p:cNvPr id="17" name="Rectangle 16"/>
          <p:cNvSpPr/>
          <p:nvPr/>
        </p:nvSpPr>
        <p:spPr>
          <a:xfrm>
            <a:off x="685800" y="3364992"/>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447288"/>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520440"/>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474720"/>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The journal started asking authors who paid them in 1984. How many years after the review was that, and why might it matter?</a:t>
            </a:r>
          </a:p>
        </p:txBody>
      </p:sp>
      <p:sp>
        <p:nvSpPr>
          <p:cNvPr id="21" name="TextBox 20"/>
          <p:cNvSpPr txBox="1"/>
          <p:nvPr/>
        </p:nvSpPr>
        <p:spPr>
          <a:xfrm>
            <a:off x="1371600" y="3913632"/>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17 years. Until then, readers had no way of knowing who had paid for a study.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Fifty years later</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2016, a researcher called Cristin Kearns published the letters, which she found in a Harvard library. Her co-author said the review “delayed the development of a scientific consensus on sugar–heart disease for decades.” Another Harvard scientist pointed out that, in the 1960s, the evidence against fat really was stronger.</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Kearns, Schmidt and Glantz, JAMA Internal Medicine,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1965</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sugar industry pays for a review of the studies that blamed sugar.</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1967</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review blames fat and says nothing about who paid for it.</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1984</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journal starts asking authors to say who pays them.</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2016</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letters are found and published.</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Who paid for it?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24155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692912"/>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If the scientists believed every word they wrote, does it matter who paid them?</a:t>
            </a:r>
          </a:p>
        </p:txBody>
      </p:sp>
      <p:sp>
        <p:nvSpPr>
          <p:cNvPr id="9" name="TextBox 8"/>
          <p:cNvSpPr txBox="1"/>
          <p:nvPr/>
        </p:nvSpPr>
        <p:spPr>
          <a:xfrm>
            <a:off x="868680" y="2604008"/>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Kearns C. E., Schmidt L. A. and Glantz S. A. (2016). Sugar industry and coronary heart disease research. JAMA Internal Medicine, 176(11), 1680–1685.</a:t>
            </a:r>
          </a:p>
        </p:txBody>
      </p:sp>
      <p:sp>
        <p:nvSpPr>
          <p:cNvPr id="6" name="TextBox 5"/>
          <p:cNvSpPr txBox="1"/>
          <p:nvPr/>
        </p:nvSpPr>
        <p:spPr>
          <a:xfrm>
            <a:off x="685800" y="1771396"/>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Bailey M. (2016). Sugar industry secretly paid for favorable Harvard research. STAT News, 12 September 2016.</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8" name="TextBox 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9" name="TextBox 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