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The Opinion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SIXTH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8F3F24"/>
                </a:solidFill>
                <a:latin typeface="Karla"/>
              </a:rPr>
              <a:t>Where you stand is your answer, and you can move if you change your mind.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ol-sig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Two signs go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Agree at one end of the room and disagree at the other.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ol-stat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A statement goes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statement on the board, and there is no right answer to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ol-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Everyone picks a spot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Stand anywhere between the two signs, then two or three people say why.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4956048"/>
            <a:ext cx="5568696" cy="1005840"/>
          </a:xfrm>
          <a:prstGeom prst="roundRect">
            <a:avLst>
              <a:gd name="adj" fmla="val 10909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5029200"/>
            <a:ext cx="5111496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“Loyalty to a friend matters more than telling the truth about them.”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8728" y="5559552"/>
            <a:ext cx="5111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ECCFC4"/>
                </a:solidFill>
                <a:latin typeface="Karla"/>
              </a:rPr>
              <a:t>The first of five statements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the two signs from the resource pack, on walls at opposite ends of the room.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SIXTH FORM  ·  STATEMENT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Loyalty to a friend matters more than telling the truth about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SIXTH FORM  ·  STATEMENT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You cannot be sure what you think until you have argued for the opposite.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SIXTH FORM  ·  STATEMENT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The best year of your life should not be the one you are 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SIXTH FORM  ·  STATEMENT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It is possible to be too honest.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SIXTH FORM  ·  STATEMENT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Most people choose their opinions to fit their friends.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Your statement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8F3F24"/>
                </a:solidFill>
                <a:latin typeface="Karla"/>
              </a:rPr>
              <a:t>Five statements in these slides, and five more on page 2 of the resource pack.</a:t>
            </a:r>
            <a:br/>
            <a:r>
              <a:rPr sz="1700" b="0">
                <a:solidFill>
                  <a:srgbClr val="8F3F24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ol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Think of a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Something this form would really disagree about.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l-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Check both ends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If everybody would agree, it will not split the room.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ol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B5502F"/>
                </a:solidFill>
                <a:latin typeface="Libre Caslon Display"/>
              </a:rPr>
              <a:t>The best statements are the ones you are not sure about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nothing new.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Opinion Line: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