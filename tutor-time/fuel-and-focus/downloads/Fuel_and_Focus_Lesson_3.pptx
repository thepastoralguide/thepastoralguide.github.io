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Calibri"/>
              </a:rPr>
              <a:t>FUEL AND FOCUS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0" i="0">
                <a:solidFill>
                  <a:srgbClr val="256B4A"/>
                </a:solidFill>
                <a:latin typeface="Georgia"/>
              </a:rPr>
              <a:t>The one you would actually 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Calibri"/>
              </a:rPr>
              <a:t>Design a snack that is good for you, and that you will still want in three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Calibri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Calibri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TWO DECISIONS 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2C3A33"/>
                </a:solidFill>
                <a:latin typeface="Georgia"/>
              </a:rPr>
              <a:t>Read this one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Is tasting allowed?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Many schools do not permit food brought from home to be shared. If yours does not, run Option B on slide 10 instead of Option A on slide 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Who has nothing?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Some will not have made anything, and the reasons are rarely about effort. The card alone is the homework, and the slides say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Calibri"/>
              </a:rPr>
              <a:t>Spare cards and a few spare ingredients cover almost every version of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Calibri"/>
              </a:rPr>
              <a:t>THE TEST, ONE MORE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FFFDF7"/>
                </a:solidFill>
                <a:latin typeface="Georgia"/>
              </a:rPr>
              <a:t>All four, or it does not 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Calibri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Calibri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Calibri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Calibri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Plus the fifth one nobody wrote down: would you actually choose it?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Calibri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CARDS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2C3A33"/>
                </a:solidFill>
                <a:latin typeface="Georgia"/>
              </a:rPr>
              <a:t>Recipe card on the desk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Calibri"/>
              </a:rPr>
              <a:t>Card face up, name on it, in front of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505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Calibri"/>
              </a:rPr>
              <a:t>No card? Take a blank one and write it now. There is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1868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Calibri"/>
              </a:rPr>
              <a:t>You are about to hand it to somebody who has never seen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Calibri"/>
              </a:rPr>
              <a:t>Nobody is marked on whether they made it at home. The recipe card is the work.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MARK ONE TOGETHER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C3A33"/>
                </a:solidFill>
                <a:latin typeface="Georgia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56B4A"/>
                </a:solidFill>
                <a:latin typeface="Georgia"/>
              </a:rPr>
              <a:t>“White toast with jam, and a glass of orange juice.”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56B4A"/>
                </a:solidFill>
                <a:latin typeface="Georgia"/>
              </a:rPr>
              <a:t>Protein?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942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Calibri"/>
              </a:rPr>
              <a:t>Almost none. There is very little in jam or in juice.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7614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56B4A"/>
                </a:solidFill>
                <a:latin typeface="Georgia"/>
              </a:rPr>
              <a:t>Fibre?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761488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Calibri"/>
              </a:rPr>
              <a:t>Very little from white bread. Almost none from the juice.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735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56B4A"/>
                </a:solidFill>
                <a:latin typeface="Georgia"/>
              </a:rPr>
              <a:t>Slow carb?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273552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Calibri"/>
              </a:rPr>
              <a:t>No. White bread and juice are about as fast as it gets.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49039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8561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256B4A"/>
                </a:solidFill>
                <a:latin typeface="Georgia"/>
              </a:rPr>
              <a:t>Healthy fats?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785615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Calibri"/>
              </a:rPr>
              <a:t>None at all. Nothing here is doing that job.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1596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Calibri"/>
              </a:rPr>
              <a:t>One change fixes three of them at once: swap the jam for nut or seed butter.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Calibri"/>
              </a:rPr>
              <a:t>PASS IT TWO TABLES ALONG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0" i="0">
                <a:solidFill>
                  <a:srgbClr val="FFFDF7"/>
                </a:solidFill>
                <a:latin typeface="Georgia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6596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02996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6596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Calibri"/>
              </a:rPr>
              <a:t>Tick each criterion you can actually find an ingredient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6243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883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243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Calibri"/>
              </a:rPr>
              <a:t>Write the one change that would make it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82696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4670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8269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Calibri"/>
              </a:rPr>
              <a:t>Then the honest question: would you eat this?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Calibri"/>
              </a:rPr>
              <a:t>Marking a recipe is not the same as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CARDS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C3A33"/>
                </a:solidFill>
                <a:latin typeface="Georgia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Which criterion did most people miss? There is usually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Did anybody get all four without trying? What was in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Whose feedback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Calibri"/>
              </a:rPr>
              <a:t>Fibre is the one that goes missing, and a spoonful of seeds or some fruit fixes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THE BIT THAT LEAVES THIS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C3A33"/>
                </a:solidFill>
                <a:latin typeface="Georgia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Calibri"/>
              </a:rPr>
              <a:t>Every recipe that hits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8483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Georgia"/>
              </a:rPr>
              <a:t>Cheapest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08483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The one that costs least to make.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Georgia"/>
              </a:rPr>
              <a:t>Fastest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1635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Under five minutes, start to finish.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4787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Georgia"/>
              </a:rPr>
              <a:t>The one you would actually choose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54787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Not the healthiest. The one you would pick.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Calibri"/>
              </a:rPr>
              <a:t>Vote on the last one. It is the best guide to who will keep doing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Calibri"/>
              </a:rPr>
              <a:t>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ONLY IF YOUR SCHOOL ALLOWS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C3A33"/>
                </a:solidFill>
                <a:latin typeface="Georgia"/>
              </a:rPr>
              <a:t>Taste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6479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Only food made at home by somebody who has listed every ingredient on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No list, no tasting. There are no exceptions to that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89504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97180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If you have an allergy you do not taste. There is no safe way round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93008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57530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You may say no to anything, and nobody gets to ask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Calibri"/>
              </a:rPr>
              <a:t>Small amounts, one at a time. Say what you notice, not whether you liked it.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Calibri"/>
              </a:rPr>
              <a:t>OPTION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Calibri"/>
              </a:rPr>
              <a:t>WHEN TASTING IS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0" i="0">
                <a:solidFill>
                  <a:srgbClr val="FFFDF7"/>
                </a:solidFill>
                <a:latin typeface="Georgia"/>
              </a:rPr>
              <a:t>Pitch it instead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29384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199339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29384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Calibri"/>
              </a:rPr>
              <a:t>Thirty seconds each, standing up, to your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05456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587752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517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587752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Calibri"/>
              </a:rPr>
              <a:t>Say what is in it, which job each thing does, and when you would eat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16382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4612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1012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4612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Calibri"/>
              </a:rPr>
              <a:t>The table votes for one to go forward. You may not vote for your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Calibri"/>
              </a:rPr>
              <a:t>Thirty seconds is short on purpose. If you cannot explain it in that time, it is too complicated.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FIND YOUR SHEET FROM LESSON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C3A33"/>
                </a:solidFill>
                <a:latin typeface="Georgia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Calibri"/>
              </a:rPr>
              <a:t>Part one of the lesson sheet, before you knew any of this. Look at what you put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03120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16712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12264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Which one did you rank far too high?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98063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6207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07208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What do you know now that you did not know then?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0156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493008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55701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502152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Calibri"/>
              </a:rPr>
              <a:t>Would your ranking today survive somebody arguing with 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Calibri"/>
              </a:rPr>
              <a:t>In lesson one most of this room ranked the snacks on sugar alone. That is what has changed.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Calibri"/>
              </a:rPr>
              <a:t>YOUR ONE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0" i="0">
                <a:solidFill>
                  <a:srgbClr val="FFFDF7"/>
                </a:solidFill>
                <a:latin typeface="Georgia"/>
              </a:rPr>
              <a:t>One change, not five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6596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Calibri"/>
              </a:rPr>
              <a:t>Pick the one snack you already eat most often.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2432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Calibri"/>
              </a:rPr>
              <a:t>Add one thing to it that does one of the four jobs.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826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Calibri"/>
              </a:rPr>
              <a:t>That is the change. Do that,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Calibri"/>
              </a:rPr>
              <a:t>Nobody changes five things and keeps them. Most people manage 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Calibri"/>
              </a:rPr>
              <a:t>ON PAPER, THEN KEEP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2C3A33"/>
                </a:solidFill>
                <a:latin typeface="Georgia"/>
              </a:rPr>
              <a:t>One snack. One addition.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Calibri"/>
              </a:rPr>
              <a:t>Not collected. Put it somewhere you will see it before break tomorrow.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Georgia"/>
              </a:rPr>
              <a:t>What I usually 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Be honest. The real one, not the impressive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Georgia"/>
              </a:rPr>
              <a:t>What I am adding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One ingredient. It has to be easy to find.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Georgia"/>
              </a:rPr>
              <a:t>Which job it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Calibri"/>
              </a:rPr>
              <a:t>Protein, fibre, slow carb or fat. Pick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Calibri"/>
              </a:rPr>
              <a:t>If you cannot think of the addition, ask the person next to you what they wrote.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Calibri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0" i="0">
                <a:solidFill>
                  <a:srgbClr val="FFFDF7"/>
                </a:solidFill>
                <a:latin typeface="Georgia"/>
              </a:rPr>
              <a:t>The smallest change</a:t>
            </a:r>
            <a:br/>
            <a:r>
              <a:rPr sz="3400" b="0" i="0">
                <a:solidFill>
                  <a:srgbClr val="FFFDF7"/>
                </a:solidFill>
                <a:latin typeface="Georgia"/>
              </a:rPr>
              <a:t>is the one that lasts.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Calibri"/>
              </a:rPr>
              <a:t>The snack you already have, plus the one thing it is missing.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256B4A"/>
                </a:solidFill>
                <a:latin typeface="Georgia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Calibri"/>
              </a:rPr>
              <a:t>Four criteria, one snack you can actually make, and one change worth 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Calibri"/>
              </a:rPr>
              <a:t>Fuel and Focus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3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