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MORNING REGISTRATION ACTIVITIES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58368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Unfinished Story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5138928" y="157276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3F7D8C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5138928" y="157276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VOLUME ONE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14400" y="2084832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 story in five weekly chapters. Each one ends on a choice with no clean answer, and the next chapter opens by revealing what actually happened.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934060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9" name="Image 1" descr="icon_re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2216" y="3044952"/>
            <a:ext cx="749808" cy="74980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2708178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2708178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071220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Recap what happened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1116940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From chapter two on, read what last week’s choice actually led to.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472788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15" name="Image 2" descr="icon_boo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944" y="3044952"/>
            <a:ext cx="749808" cy="749808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246906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17" name="Text 12"/>
          <p:cNvSpPr/>
          <p:nvPr/>
        </p:nvSpPr>
        <p:spPr>
          <a:xfrm>
            <a:off x="6246906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4609948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Read this week’s chapter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4655668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One chapter a week, in order: a short scene ending on a new choice with no clean answer.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011516" y="2788920"/>
            <a:ext cx="3246120" cy="2697480"/>
          </a:xfrm>
          <a:prstGeom prst="roundRect">
            <a:avLst>
              <a:gd name="adj" fmla="val 4068"/>
            </a:avLst>
          </a:prstGeom>
          <a:solidFill>
            <a:srgbClr val="FFFDF7"/>
          </a:solidFill>
          <a:ln w="12700">
            <a:solidFill>
              <a:srgbClr val="C3DBDE"/>
            </a:solidFill>
            <a:prstDash val="solid"/>
          </a:ln>
          <a:effectLst>
            <a:outerShdw sx="100000" sy="100000" kx="0" ky="0" algn="bl" rotWithShape="0" blurRad="127000" dist="38100" dir="5400000">
              <a:srgbClr val="2E4436">
                <a:alpha val="16000"/>
              </a:srgbClr>
            </a:outerShdw>
          </a:effectLst>
        </p:spPr>
        <p:txBody>
          <a:bodyPr/>
          <a:p/>
        </p:txBody>
      </p:sp>
      <p:pic>
        <p:nvPicPr>
          <p:cNvPr id="21" name="Image 3" descr="icon_commen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9672" y="3044952"/>
            <a:ext cx="749808" cy="74980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785634" y="3570915"/>
            <a:ext cx="329184" cy="329184"/>
          </a:xfrm>
          <a:prstGeom prst="ellipse">
            <a:avLst/>
          </a:prstGeom>
          <a:solidFill>
            <a:srgbClr val="1F4247"/>
          </a:solidFill>
          <a:ln w="19050">
            <a:solidFill>
              <a:srgbClr val="FFFDF7"/>
            </a:solidFill>
            <a:prstDash val="solid"/>
          </a:ln>
        </p:spPr>
        <p:txBody>
          <a:bodyPr/>
          <a:p/>
        </p:txBody>
      </p:sp>
      <p:sp>
        <p:nvSpPr>
          <p:cNvPr id="23" name="Text 17"/>
          <p:cNvSpPr/>
          <p:nvPr/>
        </p:nvSpPr>
        <p:spPr>
          <a:xfrm>
            <a:off x="9785634" y="357091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DF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8148676" y="3977640"/>
            <a:ext cx="29718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247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Open it up</a:t>
            </a:r>
            <a:endParaRPr lang="en-US" sz="1450" dirty="0"/>
          </a:p>
        </p:txBody>
      </p:sp>
      <p:sp>
        <p:nvSpPr>
          <p:cNvPr id="25" name="Text 19"/>
          <p:cNvSpPr/>
          <p:nvPr/>
        </p:nvSpPr>
        <p:spPr>
          <a:xfrm>
            <a:off x="8194396" y="4480560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need to land on a conclusion. The story continues either way.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914400" y="5870448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FA0A4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Needs: nothing to prepare. All five chapters are already loaded into this deck. This is Volume One; more will follow on the website.</a:t>
            </a:r>
            <a:endParaRPr lang="en-US" sz="1200" dirty="0"/>
          </a:p>
        </p:txBody>
      </p:sp>
      <p:pic>
        <p:nvPicPr>
          <p:cNvPr id="27" name="Image 4" descr="logo-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1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Bag at the Bus Stop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737360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On the walk to school, Sam spots a bag left behind at the bus stop. Inside: a phone, a bit of cash, and a house key. Nobody else is around, and the next bus is already pulling in.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What should Sam do?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0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2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Assembly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handed the bag straight to the school office. Three days later, a girl named Priya came looking for it. It was hers, and the only photo she has of her nan was inside.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Priya wants to thank the finder in assembly, in front of everyone. Sam feels strange about the attention, and asks a friend not to say who it was. The friend thinks Sam deserves the credit, and tells a teacher anyway.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Was the friend right to tell, even though Sam didn’t want the attention?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3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Empty Seat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teacher mentioned it at the end of registration, one sentence, not a whole assembly moment. Sam went red, but it passed quickly.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A few weeks later, Sam notices someone being quietly left out. Not bullied exactly, just never asked to sit with the group at lunch, week after week.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Is doing nothing about something like this the same as taking a side?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4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What Sam Heard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started sitting with them sometimes, without making it a whole thing.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Then Sam finds out, from someone else, that this person had said something unkind about Sam, months before any of this started.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Does knowing that change what Sam should do now?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g_tex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365760"/>
            <a:ext cx="121916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6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THE UNFINISHED STORY  ·  VOLUME ONE  ·  CHAPTER 5</a:t>
            </a:r>
            <a:endParaRPr lang="en-US" sz="1250" dirty="0"/>
          </a:p>
        </p:txBody>
      </p:sp>
      <p:sp>
        <p:nvSpPr>
          <p:cNvPr id="4" name="Text 1"/>
          <p:cNvSpPr/>
          <p:nvPr/>
        </p:nvSpPr>
        <p:spPr>
          <a:xfrm>
            <a:off x="0" y="621792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Small Things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914400" y="1280160"/>
            <a:ext cx="10362895" cy="4709160"/>
          </a:xfrm>
          <a:prstGeom prst="roundRect">
            <a:avLst>
              <a:gd name="adj" fmla="val 3107"/>
            </a:avLst>
          </a:prstGeom>
          <a:solidFill>
            <a:srgbClr val="FFFDF7"/>
          </a:solidFill>
          <a:ln w="19050">
            <a:solidFill>
              <a:srgbClr val="C3DBDE"/>
            </a:solidFill>
            <a:prstDash val="solid"/>
          </a:ln>
          <a:effectLst>
            <a:outerShdw sx="100000" sy="100000" kx="0" ky="0" algn="bl" rotWithShape="0" blurRad="152400" dist="50800" dir="5400000">
              <a:srgbClr val="2E4436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417320" y="1600200"/>
            <a:ext cx="93570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b="1" spc="140" kern="0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SO FAR...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1417320" y="1929384"/>
            <a:ext cx="9357055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5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 kept sitting there anyway. It felt strange for about a week, and then it just felt normal.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1417320" y="2980944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1417320" y="3182112"/>
            <a:ext cx="9357055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1F4247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By the end of term, the two of them were just friends. Nobody made a big deal of it. Nobody even really noticed when it happened.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1417320" y="4773168"/>
            <a:ext cx="9357055" cy="0"/>
          </a:xfrm>
          <a:prstGeom prst="line">
            <a:avLst/>
          </a:prstGeom>
          <a:noFill/>
          <a:ln w="12700">
            <a:solidFill>
              <a:srgbClr val="C3DBD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1417320" y="4937760"/>
            <a:ext cx="93570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3F7D8C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Do small choices like Sam’s actually add up to anything?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0" y="6153912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335D63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No right answer. What do you think?</a:t>
            </a:r>
            <a:endParaRPr lang="en-US" sz="1400" dirty="0"/>
          </a:p>
        </p:txBody>
      </p:sp>
      <p:pic>
        <p:nvPicPr>
          <p:cNvPr id="13" name="Image 1" descr="logo-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19088"/>
            <a:ext cx="168707" cy="19476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67512" y="641908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FA0A4"/>
                </a:solidFill>
                <a:latin typeface="Libre Caslon Display" pitchFamily="34" charset="0"/>
                <a:ea typeface="Libre Caslon Display" pitchFamily="34" charset="-122"/>
                <a:cs typeface="Libre Caslon Display" pitchFamily="34" charset="-120"/>
              </a:rPr>
              <a:t>The Pastoral Guide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The Pastoral Guide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Unfinished Story: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