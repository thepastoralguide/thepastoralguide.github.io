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700" b="0" i="0">
                <a:solidFill>
                  <a:srgbClr val="843347"/>
                </a:solidFill>
                <a:latin typeface="Georgia"/>
              </a:rPr>
              <a:t>The Last Five Mornings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2763" y="1188720"/>
            <a:ext cx="1498472" cy="237744"/>
          </a:xfrm>
          <a:prstGeom prst="roundRect">
            <a:avLst>
              <a:gd name="adj" fmla="val 50000"/>
            </a:avLst>
          </a:prstGeom>
          <a:solidFill>
            <a:srgbClr val="8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THE 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Five mornings, five cards, and a last morning when they are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83664"/>
            <a:ext cx="2395728" cy="2066543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29968"/>
            <a:ext cx="658368" cy="658368"/>
          </a:xfrm>
          <a:prstGeom prst="ellipse">
            <a:avLst/>
          </a:prstGeom>
          <a:solidFill>
            <a:srgbClr val="8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sk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67128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79806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843347"/>
                </a:solidFill>
                <a:latin typeface="Georgia"/>
              </a:rPr>
              <a:t>One card a 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91840"/>
            <a:ext cx="206654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The prompt goes up, everyone writes a sentence or two, and the cards stay with the tutor.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883664"/>
            <a:ext cx="2395728" cy="2066543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29968"/>
            <a:ext cx="658368" cy="658368"/>
          </a:xfrm>
          <a:prstGeom prst="ellipse">
            <a:avLst/>
          </a:prstGeom>
          <a:solidFill>
            <a:srgbClr val="8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wo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16712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79806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843347"/>
                </a:solidFill>
                <a:latin typeface="Georgia"/>
              </a:rPr>
              <a:t>Friday is written to the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291840"/>
            <a:ext cx="206654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The last card is to everyone in the room, and it is the one that is always read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883664"/>
            <a:ext cx="2395728" cy="2066543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29968"/>
            <a:ext cx="658368" cy="658368"/>
          </a:xfrm>
          <a:prstGeom prst="ellipse">
            <a:avLst/>
          </a:prstGeom>
          <a:solidFill>
            <a:srgbClr val="8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167128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79806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843347"/>
                </a:solidFill>
                <a:latin typeface="Georgia"/>
              </a:rPr>
              <a:t>The last morning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291840"/>
            <a:ext cx="206654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The cards go back to whoever wrote them, and the reading takes as long as it takes.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Calibri"/>
              </a:rPr>
              <a:t>Needs: the card sheet from the resource pack, one per student, cut into five.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THE LAST FIVE MORNINGS  ·  MONDAY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F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843347"/>
                </a:solidFill>
                <a:latin typeface="Georgia"/>
              </a:rPr>
              <a:t>Something I am taking with me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A thing you learned here that was not on a syllabus.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A habit, a phrase, a way of doing something.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It does not have to be big.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 sentence or two on today’s card. Hand it to your tutor before the bell.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THE LAST FIVE MORNINGS  ·  TUESDAY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F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843347"/>
                </a:solidFill>
                <a:latin typeface="Georgia"/>
              </a:rPr>
              <a:t>Somebody here I want to thank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Say who, and say what for.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It can be for one small thing on one day.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Nobody has to read this one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 sentence or two on today’s card. Hand it to your tutor before the bell.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THE LAST FIVE MORNINGS  ·  WEDNESDAY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F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843347"/>
                </a:solidFill>
                <a:latin typeface="Georgia"/>
              </a:rPr>
              <a:t>What I would tell first-day me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One sentence to the person who walked in on day one.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Something you know now that you did not know then.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Kind, if you can manage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 sentence or two on today’s card. Hand it to your tutor before the bell.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THE LAST FIVE MORNINGS  ·  THURSDAY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F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843347"/>
                </a:solidFill>
                <a:latin typeface="Georgia"/>
              </a:rPr>
              <a:t>Something I will not miss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A subject, a room, a corridor, a rule, a bus.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Keep it to things, not people.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You are allowed to be glad about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 sentence or two on today’s card. Hand it to your tutor before the bell.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THE LAST FIVE MORNINGS  ·  FRIDAY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3017520"/>
          </a:xfrm>
          <a:prstGeom prst="roundRect">
            <a:avLst>
              <a:gd name="adj" fmla="val 6000"/>
            </a:avLst>
          </a:prstGeom>
          <a:solidFill>
            <a:srgbClr val="F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15568"/>
            <a:ext cx="7040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843347"/>
                </a:solidFill>
                <a:latin typeface="Georgia"/>
              </a:rPr>
              <a:t>To this form</a:t>
            </a:r>
          </a:p>
        </p:txBody>
      </p:sp>
      <p:sp>
        <p:nvSpPr>
          <p:cNvPr id="7" name="Oval 6"/>
          <p:cNvSpPr/>
          <p:nvPr/>
        </p:nvSpPr>
        <p:spPr>
          <a:xfrm>
            <a:off x="1106424" y="1883664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10512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One or two sentences to everyone in the room.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2277618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2204466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This is the card that gets read out.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2671572"/>
            <a:ext cx="109728" cy="109728"/>
          </a:xfrm>
          <a:prstGeom prst="ellipse">
            <a:avLst/>
          </a:prstGeom>
          <a:solidFill>
            <a:srgbClr val="B0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598420"/>
            <a:ext cx="658368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Calibri"/>
              </a:rPr>
              <a:t>Write it as if you mean it, because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 sentence or two on today’s card. Hand it to your tutor before the bell.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843347"/>
                </a:solidFill>
                <a:latin typeface="Calibri"/>
              </a:rPr>
              <a:t>THE LAST FIVE MORNINGS  ·  THE LAST MORNING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843347"/>
                </a:solidFill>
                <a:latin typeface="Georgia"/>
              </a:rPr>
              <a:t>Read them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The cards come back. Read your Friday card, and any of the others you want to. If you would rather not read, hand it to your tutor and they will.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Then that is the form. Thank you for being in it.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