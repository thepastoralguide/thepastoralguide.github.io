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0" dirty="0">
                <a:solidFill>
                  <a:srgbClr val="303C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Wonder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230368" y="1572768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7C8FA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230368" y="15727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SIXTH FORM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08483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45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open question, no right answer. Put it up, give it a minute of quiet, then see where the discussion goes.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wo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question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of the five slides and put it up. No introduction needed.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minute of quiet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minute of quiet before anyone speaks. The best answers are rarely the fastest ones.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up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correct answer, so every answer is worth hearing.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nothing to prepare. This is the sixth form set, five questions. Two more sets are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WONDER  ·  SIXTH FORM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difference between being ready and being willing?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WONDER  ·  SIXTH FORM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 you spend time on now that will not matter in five years?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WONDER  ·  SIXTH FORM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decided what counts as a waste of time?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WONDER  ·  SIXTH FORM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there such a thing as a decision you make entirely on your own?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WONDER  ·  SIXTH FORM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you do differently if nobody ever asked what you were planning to do next?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Wonder: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