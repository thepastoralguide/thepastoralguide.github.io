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2B6573"/>
                </a:solidFill>
                <a:latin typeface="Georgia"/>
              </a:rPr>
              <a:t>The Form Time Quiz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1819" y="1243584"/>
            <a:ext cx="2500360" cy="237744"/>
          </a:xfrm>
          <a:prstGeom prst="roundRect">
            <a:avLst>
              <a:gd name="adj" fmla="val 50000"/>
            </a:avLst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Calibri"/>
              </a:rPr>
              <a:t>VOLUME TWO  ·  YEAR 7 TO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727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Calibri"/>
              </a:rPr>
              <a:t>Ten questions: six on animal myths, then four of general knowledge.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4480" y="2084832"/>
            <a:ext cx="658368" cy="658368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wo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2199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B6573"/>
                </a:solidFill>
                <a:latin typeface="Georgia"/>
              </a:rPr>
              <a:t>Get into teams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Three or four to a team, with one answer sheet between you.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2084832"/>
            <a:ext cx="658368" cy="658368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221992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B6573"/>
                </a:solidFill>
                <a:latin typeface="Georgia"/>
              </a:rPr>
              <a:t>Answer together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Each question goes up on the board. Agree an answer, then write it down.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62472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31151" y="2084832"/>
            <a:ext cx="658368" cy="658368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w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221992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90488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B6573"/>
                </a:solidFill>
                <a:latin typeface="Georgia"/>
              </a:rPr>
              <a:t>Swap and mark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Swap sheets with the team next to you, then the answers go up one at a time.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7822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B9179"/>
                </a:solidFill>
                <a:latin typeface="Calibri"/>
              </a:rPr>
              <a:t>Needs: one answer sheet per team, from the resource pack.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 /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68281" y="914400"/>
            <a:ext cx="1207436" cy="237744"/>
          </a:xfrm>
          <a:prstGeom prst="roundRect">
            <a:avLst>
              <a:gd name="adj" fmla="val 50000"/>
            </a:avLst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B6573"/>
                </a:solidFill>
                <a:latin typeface="Calibri"/>
              </a:rPr>
              <a:t>ROUND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0" i="0">
                <a:solidFill>
                  <a:srgbClr val="FFFDF7"/>
                </a:solidFill>
                <a:latin typeface="Georgia"/>
              </a:rPr>
              <a:t>Animal myths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4DCE1"/>
                </a:solidFill>
                <a:latin typeface="Calibri"/>
              </a:rPr>
              <a:t>Six questions. Some are fact or myth, some give you options, and some you write out in full.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4DCE1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4DCE1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1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06424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106424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511808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Bats are blind.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231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157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538728"/>
            <a:ext cx="341985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088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2B6573"/>
                </a:solidFill>
                <a:latin typeface="Georgia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7157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538728"/>
            <a:ext cx="341985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0088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2B6573"/>
                </a:solidFill>
                <a:latin typeface="Georgia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2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Lemmings jump off cliffs together on purpose.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341985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2B6573"/>
                </a:solidFill>
                <a:latin typeface="Georgia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614928"/>
            <a:ext cx="341985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2B6573"/>
                </a:solidFill>
                <a:latin typeface="Georgia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3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What does a camel store in its hump?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0388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Water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6149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0388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Fat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6149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0388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Milk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4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719072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133856"/>
            <a:ext cx="63093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Humans have three types of colour-sensing cell in their eyes. How many types do dogs have?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88336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80944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03904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227832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310128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305048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980944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803904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227832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310128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305048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Two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980944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803904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227832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310128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305048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Three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5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719072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133856"/>
            <a:ext cx="63093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An owl cannot turn its head all the way round. How far can it turn its head in either direction?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88336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80944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03904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227832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310128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305048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90 degrees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980944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803904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227832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310128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305048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180 degrees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980944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803904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227832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310128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305048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270 degrees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ONE  ·  QUESTION 6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976122"/>
            <a:ext cx="7772400" cy="157734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976122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68730"/>
            <a:ext cx="6309360" cy="9921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0" i="0">
                <a:solidFill>
                  <a:srgbClr val="2B6573"/>
                </a:solidFill>
                <a:latin typeface="Georgia"/>
              </a:rPr>
              <a:t>In a 2001 study, fish learned to escape through a net. How many months later did they still know the way out?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486150"/>
            <a:ext cx="5212080" cy="27432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3245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Calibri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52258" y="914400"/>
            <a:ext cx="1239483" cy="237744"/>
          </a:xfrm>
          <a:prstGeom prst="roundRect">
            <a:avLst>
              <a:gd name="adj" fmla="val 50000"/>
            </a:avLst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B6573"/>
                </a:solidFill>
                <a:latin typeface="Calibri"/>
              </a:rPr>
              <a:t>ROUND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0" i="0">
                <a:solidFill>
                  <a:srgbClr val="FFFDF7"/>
                </a:solidFill>
                <a:latin typeface="Georgia"/>
              </a:rPr>
              <a:t>General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4DCE1"/>
                </a:solidFill>
                <a:latin typeface="Calibri"/>
              </a:rPr>
              <a:t>Four questions to finish. Some have options, and some you write out in full.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4DCE1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4DCE1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TWO  ·  QUESTION 7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What is the largest planet in our solar system?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0388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Saturn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6149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0388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Jupiter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6149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0388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Neptune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TWO  ·  QUESTION 8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70432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170432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575816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What is the capital city of Egypt?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291840"/>
            <a:ext cx="5212080" cy="27432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381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Calibri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TWO  ·  QUESTION 9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06424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106424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511808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How many legs does a spider have?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231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157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5387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29626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0449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0398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Six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157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5387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29626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0449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0398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Eight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157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538728"/>
            <a:ext cx="2078736" cy="27432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2962656"/>
            <a:ext cx="402336" cy="402336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0449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Calibr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0398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Calibri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ROUND TWO  ·  QUESTION 10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70432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170432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575816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Which continent has no countries?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291840"/>
            <a:ext cx="5212080" cy="27432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381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Calibri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49462" y="914400"/>
            <a:ext cx="1045075" cy="237744"/>
          </a:xfrm>
          <a:prstGeom prst="roundRect">
            <a:avLst>
              <a:gd name="adj" fmla="val 50000"/>
            </a:avLst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B6573"/>
                </a:solidFill>
                <a:latin typeface="Calibri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0" i="0">
                <a:solidFill>
                  <a:srgbClr val="FFFDF7"/>
                </a:solidFill>
                <a:latin typeface="Georgia"/>
              </a:rPr>
              <a:t>Swap sheets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C4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4DCE1"/>
                </a:solidFill>
                <a:latin typeface="Calibri"/>
              </a:rPr>
              <a:t>Swap with the team next to you. Give one mark for each right answer, then add up the score out of ten.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4DCE1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4DCE1"/>
                </a:solidFill>
                <a:latin typeface="Calibri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Bats are blind.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Myth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Bats can see. Their eyes are small but work well in dim light, and many bats also find their way using echoes.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15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US Geological Survey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Lemmings jump off cliffs together on purpose.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Myth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The famous film of lemmings jumping was made by Disney in 1958, and the filmmakers pushed the lemmings off the cliff themselves.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16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Alaska Department of Fish and Game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What does a camel store in its hump?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B.  Fat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The hump is a store of fat. The camel uses it for energy when it cannot find food.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17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San Diego Zoo Wildlife Alliance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3190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Humans have three types of colour-sensing cell in their eyes. How many types do dogs have?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057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B.  Two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06954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06954"/>
            <a:ext cx="64008" cy="1011936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44698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So dogs do see colour, mostly blues and yellows. They mix up reds and greens, a bit like a colour-blind person.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18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Neitz, Geist and Jacobs, 1989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59078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An owl cannot turn its head all the way round. How far can it turn its head in either direction?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86458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C.  270 degrees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72842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72842"/>
            <a:ext cx="64008" cy="1280160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10586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That is three quarters of the way round. Special bones and blood vessels in its neck mean it can do this without cutting off blood to its brain.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19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Johns Hopkins University, 2013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3190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In a 2001 study, fish learned to escape through a net. How many months later did they still know the way out?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057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11 months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06954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06954"/>
            <a:ext cx="64008" cy="1011936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44698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They escaped just as quickly 11 months later. So the idea that fish only remember things for three seconds is wrong.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20 /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09160"/>
            <a:ext cx="457200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Source: Brown, Animal Cognition, 2001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38427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What is the largest planet in our solar system?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43557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B.  Jupiter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29941"/>
            <a:ext cx="7772400" cy="743712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29941"/>
            <a:ext cx="64008" cy="743712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67685"/>
            <a:ext cx="704088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It is so big that more than a thousand Earths could fit inside it.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38427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What is the capital city of Egypt?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43557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Cairo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29941"/>
            <a:ext cx="7772400" cy="743712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29941"/>
            <a:ext cx="64008" cy="743712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67685"/>
            <a:ext cx="7040880" cy="268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Cairo sits on the River Nile, close to the pyramids at Giza.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How many legs does a spider have?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B.  Eight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Insects have six legs. Spiders have eight, which is why a spider is not an insect.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ANSWERS  ·  QUESTION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Which continent has no countries?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Antarctica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It is looked after under a treaty signed in 1959. Nobody lives there for good, only scientists who come and go.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B6573"/>
                </a:solidFill>
                <a:latin typeface="Calibri"/>
              </a:rPr>
              <a:t>THE FORM TIME QUIZ  ·  VOLUME TWO</a:t>
            </a:r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822960"/>
            <a:ext cx="633496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5564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2B6573"/>
                </a:solidFill>
                <a:latin typeface="Georgia"/>
              </a:rPr>
              <a:t>Scores back to their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Calibri"/>
              </a:rPr>
              <a:t>Hands up if you got ten. Then hands up if one of the answers surprised you, and tell us which.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Calibri"/>
              </a:rPr>
              <a:t>Volume Three is coming soon to thepastoralguide.com.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3129423" cy="237744"/>
          </a:xfrm>
          <a:prstGeom prst="roundRect">
            <a:avLst>
              <a:gd name="adj" fmla="val 50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B6573"/>
                </a:solidFill>
                <a:latin typeface="Calibri"/>
              </a:rPr>
              <a:t>FOR THE TEACHER  ·  ADD YOUR 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133856"/>
            <a:ext cx="603504" cy="603504"/>
          </a:xfrm>
          <a:prstGeom prst="ellipse">
            <a:avLst/>
          </a:prstGeom>
          <a:solidFill>
            <a:srgbClr val="2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261872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Calibri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46632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 i="0">
                <a:solidFill>
                  <a:srgbClr val="2B6573"/>
                </a:solidFill>
                <a:latin typeface="Georgia"/>
              </a:rPr>
              <a:t>[ Type your own question here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32304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Add your own questions here: something from assembly, a date coming up, or a question about your own school.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Duplicate this slide for each one and drag it in after question 10. There are two spare rows on the answer sheet for them.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3129423" cy="237744"/>
          </a:xfrm>
          <a:prstGeom prst="roundRect">
            <a:avLst>
              <a:gd name="adj" fmla="val 50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B6573"/>
                </a:solidFill>
                <a:latin typeface="Calibri"/>
              </a:rPr>
              <a:t>FOR THE TEACHER  ·  ADD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3152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Calibri"/>
              </a:rPr>
              <a:t>[ Your question again, so the room remembers it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0" i="0">
                <a:solidFill>
                  <a:srgbClr val="2B6573"/>
                </a:solidFill>
                <a:latin typeface="Georgia"/>
              </a:rPr>
              <a:t>[ The answer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7772400" cy="932688"/>
          </a:xfrm>
          <a:prstGeom prst="roundRect">
            <a:avLst>
              <a:gd name="adj" fmla="val 6000"/>
            </a:avLst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11680"/>
            <a:ext cx="64008" cy="932688"/>
          </a:xfrm>
          <a:prstGeom prst="rect">
            <a:avLst/>
          </a:prstGeom>
          <a:solidFill>
            <a:srgbClr val="5B95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9424"/>
            <a:ext cx="704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[ One line on why, if there is something worth knowing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8688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Duplicate this slide for each of your own questions and drag it in after the answer to question 10.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Form Time Quiz: Volume Two, Year 7 to 9: the slides</dc:title>
  <dc:subject>A free form time quiz from The Pastoral Guide (thepastoralguide.com)</dc:subject>
  <dc:creator>The Pastoral Guide</dc:creator>
  <cp:keywords>form time quiz, tutor time quiz, animal myths, Year 7 to 9</cp:keywords>
  <dc:description/>
  <cp:lastModifiedBy>The Pastoral Guide</cp:lastModifiedBy>
  <cp:revision>1</cp:revision>
  <dcterms:created xsi:type="dcterms:W3CDTF">2026-10-05T09:00:00Z</dcterms:created>
  <dcterms:modified xsi:type="dcterms:W3CDTF">2026-10-05T09:00:00Z</dcterms:modified>
  <cp:category/>
</cp:coreProperties>
</file>