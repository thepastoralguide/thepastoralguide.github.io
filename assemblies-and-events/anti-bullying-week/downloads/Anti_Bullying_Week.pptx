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5B4F73"/>
                </a:solidFill>
                <a:latin typeface="Libre Caslon Display"/>
              </a:rPr>
              <a:t>Anti-Bullying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A09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6265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756F80"/>
                </a:solidFill>
                <a:latin typeface="Karla"/>
              </a:rPr>
              <a:t>Five Themed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A9A3B2"/>
                </a:solidFill>
                <a:latin typeface="Karla"/>
              </a:rPr>
              <a:t>[ DATES ]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Most of it is not a fight.</a:t>
            </a:r>
          </a:p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is being left out, talked about, or made the joke.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D3C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50" b="0" i="1">
                <a:solidFill>
                  <a:srgbClr val="D3CCDF"/>
                </a:solidFill>
                <a:latin typeface="Karla"/>
              </a:rPr>
              <a:t>Which is what makes it easy to miss, and easy to join in with without meaning to.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3CCDF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3CCDF"/>
                </a:solidFill>
                <a:latin typeface="Karl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THE WEEK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Five days, five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MON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450591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Odd Socks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TUE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450591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WED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ce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450591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THU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450591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00784"/>
            <a:ext cx="1364284" cy="248716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920240"/>
            <a:ext cx="13642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A094B5"/>
                </a:solidFill>
                <a:latin typeface="Karla"/>
              </a:rPr>
              <a:t>FRI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76856"/>
            <a:ext cx="822960" cy="82296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450591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255264"/>
            <a:ext cx="110825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400" b="1" i="0">
                <a:solidFill>
                  <a:srgbClr val="5B4F73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Each one takes about five minutes of your day, and none of them will get you into trouble.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ONE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Odd Socks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Wear odd socks with your uniform, all day. That is all there is to it. It takes two seconds to look different from everyone else, and nobody should get a hard time for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Nothing to bring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Odd socks only. The rest of the uniform stays exactly as normal.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TWO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Mix-It-Up Lunch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Every table in the hall has a topic card on it. Sit at a table with people you do not usually sit with, and talk about whatever the card says.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HALL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of lunch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If you would rather not, that is fine. Nobody is going to make you move.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THREE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Friendship Bracelets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Come and make a bracelet at lunch. You make two: one to keep, and one to give to somebody who would not be expecting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race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ROOM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Thread and beads are provided. First come, first served.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FOUR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Group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A group chat goes up on the wall. Read it, then put a sticky note where you think it went wrong, and what you would have said instead.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PLACE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All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It is not a real chat, and it is not about anyone here.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DAY FIVE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4404C"/>
                </a:solidFill>
                <a:latin typeface="Libre Caslon Display"/>
              </a:rPr>
              <a:t>The Positivity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00784"/>
            <a:ext cx="4892040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 spc="120">
                <a:solidFill>
                  <a:srgbClr val="5B4F73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450" b="0" i="0">
                <a:solidFill>
                  <a:srgbClr val="44404C"/>
                </a:solidFill>
                <a:latin typeface="Karla"/>
              </a:rPr>
              <a:t>Write something good about somebody in this school on a leaf, and hang it up. Not your best friend. Somebody who would not expect it from you.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709928"/>
            <a:ext cx="1371600" cy="1371600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870448" y="3401568"/>
            <a:ext cx="2615184" cy="694944"/>
          </a:xfrm>
          <a:prstGeom prst="roundRect">
            <a:avLst>
              <a:gd name="adj" fmla="val 5500"/>
            </a:avLst>
          </a:prstGeom>
          <a:solidFill>
            <a:srgbClr val="F2EFF6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[ THE TREE ]</a:t>
            </a:r>
          </a:p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B4F73"/>
                </a:solidFill>
                <a:latin typeface="Karla"/>
              </a:rPr>
              <a:t>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756F80"/>
                </a:solidFill>
                <a:latin typeface="Karla"/>
              </a:rPr>
              <a:t>You do not sign it. By the end of lunch the tree should be covered.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B4F73"/>
                </a:solidFill>
                <a:latin typeface="Karla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4404C"/>
                </a:solidFill>
                <a:latin typeface="Libre Caslon Display"/>
              </a:rPr>
              <a:t>If any of this is happening to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56F80"/>
                </a:solidFill>
                <a:latin typeface="Karla"/>
              </a:rPr>
              <a:t>Or you have watched it happen to someone else and said nothing. That counts too.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Any morning, before anything else starts.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Ask at reception and they will find them for you.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1920240"/>
            <a:ext cx="2395728" cy="188366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D3C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5B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5B4F73"/>
                </a:solidFill>
                <a:latin typeface="Libre Caslon Display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56F80"/>
                </a:solidFill>
                <a:latin typeface="Karla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B4F73"/>
                </a:solidFill>
                <a:latin typeface="Karla"/>
              </a:rPr>
              <a:t>Nothing happens without talking to you first. You will not be marched into anything.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5B4F73"/>
                </a:solidFill>
                <a:latin typeface="Libre Caslon Display"/>
              </a:rPr>
              <a:t>One week will not fix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56F80"/>
                </a:solidFill>
                <a:latin typeface="Karla"/>
              </a:rPr>
              <a:t>Five days of noticing who is on their own, though, is a start. That part does not end on Friday.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A3B2"/>
                </a:solidFill>
                <a:latin typeface="Karla"/>
              </a:rPr>
              <a:t>Anti-Bullying Week  ·  Five Themed Days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A3B2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A3B2"/>
                </a:solidFill>
                <a:latin typeface="Karla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Anti-Bullying Week: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