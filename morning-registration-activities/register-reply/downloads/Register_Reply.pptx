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82558B"/>
                </a:solidFill>
                <a:latin typeface="Libre Caslon Display"/>
              </a:rPr>
              <a:t>The Register Reply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8E6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6F4A78"/>
                </a:solidFill>
                <a:latin typeface="Karla"/>
              </a:rPr>
              <a:t>When your name is called, answer the question on the board instead of saying “here”.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A question goes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One question on the board before the register starts.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regi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The register runs as usual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Same order, same pace, nothing else changes.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spea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You answer the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Say your answer instead of “here”. A word or two is plenty.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956048"/>
            <a:ext cx="5056632" cy="1005840"/>
          </a:xfrm>
          <a:prstGeom prst="roundRect">
            <a:avLst>
              <a:gd name="adj" fmla="val 10909"/>
            </a:avLst>
          </a:prstGeom>
          <a:solidFill>
            <a:srgbClr val="8E6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4760" y="5029200"/>
            <a:ext cx="459943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“One word for how today feels so far.”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0" y="5559552"/>
            <a:ext cx="459943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DCC9E0"/>
                </a:solidFill>
                <a:latin typeface="Karla"/>
              </a:rPr>
              <a:t>The first of five questions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98CB0"/>
                </a:solidFill>
                <a:latin typeface="Karla"/>
              </a:rPr>
              <a:t>Needs: nothing to print. The five questions are already here, one to a slide.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One word for how today feels so far.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What is one thing you are looking forward to today?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Name something you are good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Say the name of someone who has helped you recently.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  ·  VOLUME ONE  ·  QUESTION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43000"/>
            <a:ext cx="10360152" cy="4434840"/>
          </a:xfrm>
          <a:prstGeom prst="roundRect">
            <a:avLst>
              <a:gd name="adj" fmla="val 3711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600200"/>
            <a:ext cx="9354312" cy="3520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82558B"/>
                </a:solidFill>
                <a:latin typeface="Libre Caslon Display"/>
              </a:rPr>
              <a:t>What would make today a good 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F4A78"/>
                </a:solidFill>
                <a:latin typeface="Karla"/>
              </a:rPr>
              <a:t>One word or a short phrase is plenty. “Here” is always fine.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8E6398"/>
                </a:solidFill>
                <a:latin typeface="Karla"/>
              </a:rPr>
              <a:t>THE REGISTER REPLY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82558B"/>
                </a:solidFill>
                <a:latin typeface="Libre Caslon Display"/>
              </a:rPr>
              <a:t>Your question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6F4A78"/>
                </a:solidFill>
                <a:latin typeface="Karla"/>
              </a:rPr>
              <a:t>Five questions in these slides, and five more in the resource pack.</a:t>
            </a:r>
            <a:br/>
            <a:r>
              <a:rPr sz="1700" b="0">
                <a:solidFill>
                  <a:srgbClr val="6F4A78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Think of a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Something you would like to hear thirty different answers 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every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Check it works for 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It has to work for the quietest person in the room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82558B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82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82558B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6F4A78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82558B"/>
                </a:solidFill>
                <a:latin typeface="Libre Caslon Display"/>
              </a:rPr>
              <a:t>A question you would answer honestly yourself is usually a good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A98CB0"/>
                </a:solidFill>
                <a:latin typeface="Karla"/>
              </a:rPr>
              <a:t>Needs: nothing to print. Five more questions are in the resource pack.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A98CB0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