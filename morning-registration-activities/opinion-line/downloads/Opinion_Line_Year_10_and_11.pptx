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29184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03504"/>
            <a:ext cx="12191695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B5502F"/>
                </a:solidFill>
                <a:latin typeface="Libre Caslon Display"/>
              </a:rPr>
              <a:t>The Opinion 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5727" y="1408176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35727" y="1490472"/>
            <a:ext cx="1920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spc="100">
                <a:solidFill>
                  <a:srgbClr val="FFFDF7"/>
                </a:solidFill>
                <a:latin typeface="Karla"/>
              </a:rPr>
              <a:t>YEAR 10 AND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56816"/>
            <a:ext cx="9966960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8F3F24"/>
                </a:solidFill>
                <a:latin typeface="Karla"/>
              </a:rPr>
              <a:t>Where you stand is your answer, and you can move if you change your mind.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ol-sig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743200"/>
            <a:ext cx="713232" cy="71323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2702052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2052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Two signs go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Agree at one end of the room and disagree at the other.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71416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ol-stat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743200"/>
            <a:ext cx="713232" cy="71323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240779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0779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A statement goes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One statement on the board, and there is no right answer to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ol-st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743200"/>
            <a:ext cx="713232" cy="713232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9779508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79508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Everyone picks a spot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3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Stand anywhere between the two signs, then two or three people say why.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10128" y="4956048"/>
            <a:ext cx="5568696" cy="1005840"/>
          </a:xfrm>
          <a:prstGeom prst="roundRect">
            <a:avLst>
              <a:gd name="adj" fmla="val 10909"/>
            </a:avLst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8728" y="5029200"/>
            <a:ext cx="5111496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FFDF7"/>
                </a:solidFill>
                <a:latin typeface="Libre Caslon Display"/>
              </a:rPr>
              <a:t>“You should be allowed to leave school at sixteen if you have a job to go to.”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38728" y="5559552"/>
            <a:ext cx="5111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ECCFC4"/>
                </a:solidFill>
                <a:latin typeface="Karla"/>
              </a:rPr>
              <a:t>The first of five statements in these slides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089904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0876C"/>
                </a:solidFill>
                <a:latin typeface="Karla"/>
              </a:rPr>
              <a:t>Needs: the two signs from the resource pack, on walls at opposite ends of the room.</a:t>
            </a:r>
          </a:p>
        </p:txBody>
      </p:sp>
      <p:pic>
        <p:nvPicPr>
          <p:cNvPr id="30" name="Picture 2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10 AND 11  ·  STATEMENT 1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You should be allowed to leave school at sixteen if you have a job to go 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10 AND 11  ·  STATEMENT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It is worse to be talked about behind your back than to your face.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10 AND 11  ·  STATEMENT 3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A friend who never argues with you is not a real friend.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10 AND 11  ·  STATEMENT 4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Most people are kinder online than they are in person.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10 AND 11  ·  STATEMENT 5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If everyone in the room laughs, it was a joke.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58368"/>
            <a:ext cx="12191695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B5502F"/>
                </a:solidFill>
                <a:latin typeface="Libre Caslon Display"/>
              </a:rPr>
              <a:t>Your statement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17904"/>
            <a:ext cx="9966960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8F3F24"/>
                </a:solidFill>
                <a:latin typeface="Karla"/>
              </a:rPr>
              <a:t>Five statements in these slides, and five more on page 2 of the resource pack.</a:t>
            </a:r>
            <a:br/>
            <a:r>
              <a:rPr sz="1700" b="0">
                <a:solidFill>
                  <a:srgbClr val="8F3F24"/>
                </a:solidFill>
                <a:latin typeface="Karla"/>
              </a:rPr>
              <a:t>After those, they come from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-ol-id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432304"/>
            <a:ext cx="713232" cy="713232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2702052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2052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Think of a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Something this form would really disagree about.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ol-bal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432304"/>
            <a:ext cx="713232" cy="713232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240779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0779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Check both ends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If everybody would agree, it will not split the room.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ol-s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432304"/>
            <a:ext cx="713232" cy="71323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9779508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9508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7304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Bring it to your tutor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One of them goes up on the board the next morning.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0">
                <a:solidFill>
                  <a:srgbClr val="B5502F"/>
                </a:solidFill>
                <a:latin typeface="Libre Caslon Display"/>
              </a:rPr>
              <a:t>The best statements are the ones you are not sure about yourself.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6053328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0876C"/>
                </a:solidFill>
                <a:latin typeface="Karla"/>
              </a:rPr>
              <a:t>Needs: nothing new.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Opinion Line: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