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B6573"/>
                </a:solidFill>
                <a:latin typeface="Libre Caslon Display"/>
              </a:rPr>
              <a:t>The Form Time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9336" y="1243584"/>
            <a:ext cx="2505327" cy="237744"/>
          </a:xfrm>
          <a:prstGeom prst="roundRect">
            <a:avLst>
              <a:gd name="adj" fmla="val 50000"/>
            </a:avLst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Karla"/>
              </a:rPr>
              <a:t>VOLUME TWO  ·  SIXTH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Ten questions: six on thinking traps, then four of general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Get into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Three or four to a team, with one answer sheet between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2199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Answer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Each question goes up on the board. Agree an answer, then write it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2199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Swap and 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Swap sheets with the team next to you, then the answers go up one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Karla"/>
              </a:rPr>
              <a:t>Needs: one answer sheet per team, from the resource pack.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8281" y="914400"/>
            <a:ext cx="1207436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ROUND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Thinking traps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Six questions. Some are fact or myth, some give you options, and some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76122"/>
            <a:ext cx="7772400" cy="157734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7612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68730"/>
            <a:ext cx="6309360" cy="992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After seeing a random 65, people guessed a higher share of UN countries were in Africa. What is this trap called?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48615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3245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In a 1985 study, most people chose a ski trip they said they would enjoy less, because it had cost more.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A disease will kill 600 people. Told a plan “saves 200 people”, 72% chose it over a gamble. Told it means “400 people will die”, what share chose the gamble?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22%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78%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University students guessed their final-year project would take about 34 days. On average, how long did it actually take?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27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40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55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Researchers watched CCTV of 219 real arguments and fights in public in the UK, the Netherlands and South Africa. In how many did at least one bystander step 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About one in 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About half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About nine in 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Linda is 31, studied philosophy and cares deeply about discrimination. It is more likely that she is a bank teller and a feminist than that she is a bank teller.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68548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3075432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98392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368548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2258" y="914400"/>
            <a:ext cx="1239483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ROUND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General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Four questions to finish. Some have options, and some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05256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05256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97864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Which country’s national flag is made of two triangles, one on top of the other?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557016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06424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064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11808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capital city of Turkey?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5387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29626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Istanbul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5387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29626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Ankara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5387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29626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Izmir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Which element has the atomic number 1?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official language of Brazil?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Spanish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Portuguese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French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49462" y="914400"/>
            <a:ext cx="1045075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Swap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Swap with the team next to you. Give one mark for each right answer, then add up the score out of ten.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After seeing a random 65, people guessed a higher share of UN countries were in Africa. What is this trap called?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The number came from a spinning wheel and meant nothing, but it still pulled guesses towards it: a typical guess was 45% after seeing 65, and 25% after seeing 10.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15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Tversky and Kahneman, Science, 1974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In a 1985 study, most people chose a ski trip they said they would enjoy less, because it had cost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33 of 61 people picked the $100 trip over the $50 one they preferred, because they did not want to waste money already spent. This is the sunk cost trap.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16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Arkes and Blumer, 1985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A disease will kill 600 people. Told a plan “saves 200 people”, 72% chose it over a gamble. Told it means “400 people will die”, what share chose the gamble?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C.  78%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Only the wording changed. Talking about deaths instead of lives saved flipped most people’s choice. This is called framing.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17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Tversky and Kahneman, Science, 1981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University students guessed their final-year project would take about 34 days. On average, how long did it actually take?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C.  55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Only about three in ten finished on time, and the average was longer than even their worst-case guess of 49 days. This is the planning fallacy.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18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Buehler, Griffin and Ross, 1994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Researchers watched CCTV of 219 real arguments and fights in public in the UK, the Netherlands and South Africa. In how many did at least one bystander step 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C.  About nine in 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Someone stepped in 91% of the time, and the more people there were, the more likely it was that someone helped.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19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Philpot et al., American Psychologist, 2019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Linda is 31, studied philosophy and cares deeply about discrimination. It is more likely that she is a bank teller and a feminist than that she is a bank teller.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Two things both being true can never be more likely than just one of them. Most people in the original study still picked the feminist bank teller.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20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Tversky and Kahneman, 1983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8427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Which country’s national flag is made of two triangles, one on top of the other?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43557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Nepal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29941"/>
            <a:ext cx="7772400" cy="74371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29941"/>
            <a:ext cx="64008" cy="74371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7685"/>
            <a:ext cx="7040880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It is the only national flag in the world that is not a rectangle.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8427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capital city of Turkey?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43557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Ankara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29941"/>
            <a:ext cx="7772400" cy="74371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29941"/>
            <a:ext cx="64008" cy="74371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7685"/>
            <a:ext cx="7040880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Not Istanbul, which is bigger. Ankara became the capital in 1923.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8427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Which element has the atomic number 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43557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Hydrogen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29941"/>
            <a:ext cx="7772400" cy="74371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29941"/>
            <a:ext cx="64008" cy="74371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7685"/>
            <a:ext cx="7040880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It is the lightest element and the most common one in the universe.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official language of Brazil?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Portuguese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Brazil was ruled by Portugal for more than 300 years, so it is the only country in South America where Portuguese is the main language.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VOLUME TWO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B6573"/>
                </a:solidFill>
                <a:latin typeface="Libre Caslon Display"/>
              </a:rPr>
              <a:t>Scores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Hands up if you got ten. Then hands up if one of the answers surprised you, and tell us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Volume Three is coming soon to thepastoralguide.com.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FOR THE TEACHER  ·  ADD YOUR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133856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261872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46632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[ Type your own question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Add your own questions here: something from assembly, a date coming up, or a question about your own school.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Duplicate this slide for each one and drag it in after question 10. There are two spare rows on the answer sheet for them.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FOR THE TEACHER  ·  ADD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[ Your question again, so the room remembers 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[ The answer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772400" cy="93268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932688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[ One line on why, if there is something worth knowing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Duplicate this slide for each of your own questions and drag it in after the answer to question 10.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Form Time Quiz: Volume Two, Sixth form: the slides</dc:title>
  <dc:subject>A free form time quiz from The Pastoral Guide (thepastoralguide.com)</dc:subject>
  <dc:creator>The Pastoral Guide</dc:creator>
  <cp:keywords>form time quiz, tutor time quiz, thinking traps, Sixth form</cp:keywords>
  <dc:description/>
  <cp:lastModifiedBy>The Pastoral Guide</cp:lastModifiedBy>
  <cp:revision>1</cp:revision>
  <dcterms:created xsi:type="dcterms:W3CDTF">2026-10-05T09:00:00Z</dcterms:created>
  <dcterms:modified xsi:type="dcterms:W3CDTF">2026-10-05T09:00:00Z</dcterms:modified>
  <cp:category/>
</cp:coreProperties>
</file>