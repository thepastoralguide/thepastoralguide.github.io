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3017520"/>
            <a:ext cx="5120640" cy="51206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692640" y="3931920"/>
            <a:ext cx="3291840" cy="3291840"/>
          </a:xfrm>
          <a:prstGeom prst="ellipse">
            <a:avLst/>
          </a:prstGeom>
          <a:solidFill>
            <a:srgbClr val="E9D39D"/>
          </a:solidFill>
          <a:ln/>
        </p:spPr>
        <p:txBody>
          <a:bodyPr/>
          <a:p/>
        </p:txBody>
      </p:sp>
      <p:pic>
        <p:nvPicPr>
          <p:cNvPr id="4" name="Image 0" descr="/home/claude/work/screen-time-project/build/icons/mobile_mustardd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800600"/>
            <a:ext cx="1371600" cy="1371600"/>
          </a:xfrm>
          <a:prstGeom prst="rect">
            <a:avLst/>
          </a:prstGeom>
        </p:spPr>
      </p:pic>
      <p:pic>
        <p:nvPicPr>
          <p:cNvPr id="5" name="Image 1" descr="/home/claude/work/logo-assets/logo-icon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PASTORAL PROJECTS RESOURCE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2487168"/>
            <a:ext cx="9601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How Does Screen Time Affect…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370332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C28F38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Sleep, Concentration &amp; the Teenage Brain?</a:t>
            </a:r>
            <a:endParaRPr lang="en-US" sz="2500" dirty="0"/>
          </a:p>
        </p:txBody>
      </p:sp>
      <p:sp>
        <p:nvSpPr>
          <p:cNvPr id="10" name="Text 6"/>
          <p:cNvSpPr txBox="1"/>
          <p:nvPr/>
        </p:nvSpPr>
        <p:spPr>
          <a:xfrm>
            <a:off x="658368" y="4480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 of 3  ·  paired with the Screen Time Tracker, running all term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we’ll cover today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94360" y="2148840"/>
            <a:ext cx="868680" cy="86868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7" name="Image 1" descr="/home/claude/work/screen-time-project/build/icons/brain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43" y="2357323"/>
            <a:ext cx="451714" cy="45171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21305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research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1737360" y="2478024"/>
            <a:ext cx="9052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screen time is linked to, in the brain, in sleep, and in concentration, with published studies, properly cited.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94360" y="3218688"/>
            <a:ext cx="868680" cy="86868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1" name="Image 2" descr="/home/claude/work/screen-time-project/build/icons/clipboar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" y="3427171"/>
            <a:ext cx="451714" cy="45171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37360" y="320040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Your own habits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1737360" y="3547872"/>
            <a:ext cx="9052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short, honest reflection on your current screen time. No judgement, just a starting point.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594360" y="4288536"/>
            <a:ext cx="868680" cy="86868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5" name="Image 3" descr="/home/claude/work/screen-time-project/build/icons/chartlin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" y="4497019"/>
            <a:ext cx="451714" cy="45171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37360" y="4270248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tracker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1737360" y="4617720"/>
            <a:ext cx="9052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How the term-long Screen Time Tracker works, and the two awards up for grabs.</a:t>
            </a:r>
            <a:endParaRPr lang="en-US" sz="1350" dirty="0"/>
          </a:p>
        </p:txBody>
      </p:sp>
      <p:sp>
        <p:nvSpPr>
          <p:cNvPr id="18" name="Shape 12"/>
          <p:cNvSpPr/>
          <p:nvPr/>
        </p:nvSpPr>
        <p:spPr>
          <a:xfrm>
            <a:off x="594360" y="5358384"/>
            <a:ext cx="868680" cy="86868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9" name="Image 4" descr="/home/claude/work/screen-time-project/build/icons/calendar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43" y="5566867"/>
            <a:ext cx="451714" cy="45171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737360" y="5340096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Your plan</a:t>
            </a:r>
            <a:endParaRPr lang="en-US" sz="1800" dirty="0"/>
          </a:p>
        </p:txBody>
      </p:sp>
      <p:sp>
        <p:nvSpPr>
          <p:cNvPr id="21" name="Text 14"/>
          <p:cNvSpPr txBox="1"/>
          <p:nvPr/>
        </p:nvSpPr>
        <p:spPr>
          <a:xfrm>
            <a:off x="1737360" y="5687568"/>
            <a:ext cx="9052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personal screen time reduction plan you’ll check back on at the halfway point, and again at the end of term.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13716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BEFORE WE START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How much of the day is that, really?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2331720"/>
            <a:ext cx="7315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0" b="1" dirty="0">
                <a:solidFill>
                  <a:srgbClr val="C28F38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3–4 hrs</a:t>
            </a:r>
            <a:endParaRPr lang="en-US" sz="108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42976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average teenager’s daily leisure screen time in a recent study of over 4,800 students, about an hour more than recommended.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Hökby et al., 2025, PLOS Global Public Health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2286000"/>
            <a:ext cx="2103120" cy="210312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5" name="Image 1" descr="/home/claude/work/screen-time-project/build/icons/brain_mustardde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9" y="2790749"/>
            <a:ext cx="1093622" cy="109362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063240" y="9144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RESEARCH · BRAIN DEVELOPMENT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3063240" y="118872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Screen time and the brain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3063240" y="19385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10,116 children aged 9–10, followed for two years (ABCD study, USA)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3063240" y="242316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More screen time was linked to more attention and impulse-control difficulties, both straight away and two years later.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It was also linked to smaller volume and thinner tissue in brain regions involved in planning, self-control and attention.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Those brain changes helped explain part of why more screen time meant more attention difficulties.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3063240" y="4526280"/>
            <a:ext cx="8412480" cy="868680"/>
          </a:xfrm>
          <a:prstGeom prst="roundRect">
            <a:avLst>
              <a:gd name="adj" fmla="val 8421"/>
            </a:avLst>
          </a:prstGeom>
          <a:solidFill>
            <a:srgbClr val="F7EBC4"/>
          </a:solidFill>
          <a:ln/>
        </p:spPr>
        <p:txBody>
          <a:bodyPr/>
          <a:p/>
        </p:txBody>
      </p:sp>
      <p:sp>
        <p:nvSpPr>
          <p:cNvPr id="11" name="Text 7"/>
          <p:cNvSpPr txBox="1"/>
          <p:nvPr/>
        </p:nvSpPr>
        <p:spPr>
          <a:xfrm>
            <a:off x="3291840" y="452628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Screen time doesn’t just distract you in the moment. Over two years, more of it was linked to measurable changes in the parts of the brain that help you focus.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Shou, Yamashita &amp; Mizuno, 2025, Translational Psychiatry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448495" y="2286000"/>
            <a:ext cx="2103120" cy="210312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5" name="Image 1" descr="/home/claude/work/screen-time-project/build/icons/handpaper_mustardde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244" y="2790749"/>
            <a:ext cx="1093622" cy="109362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" y="9144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RESEARCH · SELF-CONTROL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118872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Screen time and impulsivity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19385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~4,000 Canadian students, followed from Year 8 to Year 12 (5 years)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242316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Social media, TV and gaming (but not general computer use) were linked to more attention and impulsivity symptoms over time.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Weaker impulse control was the strongest explanation for that link.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Heavier social media use specifically was linked to poorer impulse control roughly three years later.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4526280"/>
            <a:ext cx="8412480" cy="868680"/>
          </a:xfrm>
          <a:prstGeom prst="roundRect">
            <a:avLst>
              <a:gd name="adj" fmla="val 8421"/>
            </a:avLst>
          </a:prstGeom>
          <a:solidFill>
            <a:srgbClr val="F7EBC4"/>
          </a:solidFill>
          <a:ln/>
        </p:spPr>
        <p:txBody>
          <a:bodyPr/>
          <a:p/>
        </p:txBody>
      </p:sp>
      <p:sp>
        <p:nvSpPr>
          <p:cNvPr id="11" name="Text 7"/>
          <p:cNvSpPr txBox="1"/>
          <p:nvPr/>
        </p:nvSpPr>
        <p:spPr>
          <a:xfrm>
            <a:off x="868680" y="452628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It’s specifically social media, gaming and TV, not all screen use, that were linked to weaker impulse control years down the line.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Wallace, Boers, Ouellet, Afzali &amp; Conrod, 2023, Scientific Reports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2286000"/>
            <a:ext cx="2103120" cy="210312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5" name="Image 1" descr="/home/claude/work/screen-time-project/build/icons/bullseye_mustardde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9" y="2790749"/>
            <a:ext cx="1093622" cy="109362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063240" y="9144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RESEARCH · CONCENTRATION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3063240" y="118872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Screen time and grades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3063240" y="19385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17,150 students, grades 7 and 9 (China Education Panel Survey)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3063240" y="242316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More screen time was linked to lower grades overall, and specifically in maths, English and first language.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Internet use and gaming were linked to a bigger drop in grades than watching TV.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Concentration itself was the main reason for the link. Sleep and mood mattered too, but mattered less.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3063240" y="4526280"/>
            <a:ext cx="8412480" cy="868680"/>
          </a:xfrm>
          <a:prstGeom prst="roundRect">
            <a:avLst>
              <a:gd name="adj" fmla="val 8421"/>
            </a:avLst>
          </a:prstGeom>
          <a:solidFill>
            <a:srgbClr val="F7EBC4"/>
          </a:solidFill>
          <a:ln/>
        </p:spPr>
        <p:txBody>
          <a:bodyPr/>
          <a:p/>
        </p:txBody>
      </p:sp>
      <p:sp>
        <p:nvSpPr>
          <p:cNvPr id="11" name="Text 7"/>
          <p:cNvSpPr txBox="1"/>
          <p:nvPr/>
        </p:nvSpPr>
        <p:spPr>
          <a:xfrm>
            <a:off x="3291840" y="452628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type of screen use matters. Passive TV time and active gaming or scrolling don’t cost your concentration equally.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Feng, Ren &amp; Shi, 2025, Frontiers in Public Health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448495" y="2286000"/>
            <a:ext cx="2103120" cy="210312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5" name="Image 1" descr="/home/claude/work/screen-time-project/build/icons/moon_mustardde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244" y="2790749"/>
            <a:ext cx="1093622" cy="109362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" y="9144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RESEARCH · SLEEP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118872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Screen time and sleep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19385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4,810 students aged 12–16, tracked over 12 months (Stockholm)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242316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Heavier screen use measurably worsened sleep quality, sleep duration and sleep timing within just three months.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Among girls, poorer sleep explained 38–57% of the link between screen time and low mood.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average student in the study was already going over the recommended screen time by around an hour a day.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4526280"/>
            <a:ext cx="8412480" cy="868680"/>
          </a:xfrm>
          <a:prstGeom prst="roundRect">
            <a:avLst>
              <a:gd name="adj" fmla="val 8421"/>
            </a:avLst>
          </a:prstGeom>
          <a:solidFill>
            <a:srgbClr val="F7EBC4"/>
          </a:solidFill>
          <a:ln/>
        </p:spPr>
        <p:txBody>
          <a:bodyPr/>
          <a:p/>
        </p:txBody>
      </p:sp>
      <p:sp>
        <p:nvSpPr>
          <p:cNvPr id="11" name="Text 7"/>
          <p:cNvSpPr txBox="1"/>
          <p:nvPr/>
        </p:nvSpPr>
        <p:spPr>
          <a:xfrm>
            <a:off x="868680" y="452628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Poor sleep is a big part of why heavy screen use is linked to low mood, and it can start shifting in a matter of weeks.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Hökby, Alvarsson, Westerlund, Carli &amp; Hadlaczky, 2025, PLOS Global Public Health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B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FOUR STUDIES, ONE PATTERN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Bringing it together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94360" y="23317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822960" y="2560320"/>
            <a:ext cx="822960" cy="8229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8" name="Image 1" descr="/home/claude/work/screen-time-project/build/icons/brain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70" y="2757830"/>
            <a:ext cx="427939" cy="42793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828800" y="2532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Brain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828800" y="289864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Linked to changes in the regions that support focus and self-control.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72200" y="23317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0" y="2560320"/>
            <a:ext cx="822960" cy="8229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3" name="Image 2" descr="/home/claude/work/screen-time-project/build/icons/handpaper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310" y="2757830"/>
            <a:ext cx="427939" cy="4279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6640" y="2532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Self-control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289864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Heavier social media use linked to weaker impulse control, years later.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94360" y="448056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822960" y="4709160"/>
            <a:ext cx="822960" cy="8229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8" name="Image 3" descr="/home/claude/work/screen-time-project/build/icons/bullsey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470" y="4906670"/>
            <a:ext cx="427939" cy="42793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828800" y="46817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Concentration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1828800" y="504748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More screen time, lower grades. Gaming and scrolling most of all.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72200" y="448056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" name="Shape 16"/>
          <p:cNvSpPr/>
          <p:nvPr/>
        </p:nvSpPr>
        <p:spPr>
          <a:xfrm>
            <a:off x="6400800" y="4709160"/>
            <a:ext cx="822960" cy="8229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23" name="Image 4" descr="/home/claude/work/screen-time-project/build/icons/moon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310" y="4906670"/>
            <a:ext cx="427939" cy="427939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406640" y="46817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Sleep</a:t>
            </a:r>
            <a:endParaRPr lang="en-US" sz="1600" dirty="0"/>
          </a:p>
        </p:txBody>
      </p:sp>
      <p:sp>
        <p:nvSpPr>
          <p:cNvPr id="25" name="Text 18"/>
          <p:cNvSpPr txBox="1"/>
          <p:nvPr/>
        </p:nvSpPr>
        <p:spPr>
          <a:xfrm>
            <a:off x="7406640" y="504748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Worsened sleep quality and duration within just three months.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ACTIVITY 1 · DO THIS NOW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11002975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1051560" y="17373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My Screen Time, Right Now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313432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Answer honestly and briefly. There are no wrong answers. You’ll come back to this twice more this term.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51560" y="288036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5156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34640"/>
            <a:ext cx="94484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Roughly how many hours a day do you spend on a screen outside school?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1051560" y="3447288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51560" y="3511296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5156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3465576"/>
            <a:ext cx="94484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do you mostly use it for? Name your top three.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1051560" y="4078224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1051560" y="4142232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1051560" y="4142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4096512"/>
            <a:ext cx="94484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time of day do you use screens the most?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1051560" y="4709160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1051560" y="4773168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10515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600200" y="4727448"/>
            <a:ext cx="94484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How do you usually feel afterwards: energised, drained, fine, or anxious?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1051560" y="5340096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1051560" y="5404104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1051560" y="5404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600200" y="5358384"/>
            <a:ext cx="94484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Is there a moment today you’d have spent differently, looking back?</a:t>
            </a:r>
            <a:endParaRPr lang="en-US" sz="145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550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Printable worksheet version: My Screen Time, Right Now (PDF)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899855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FROM TODAY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Introducing the Screen Time Tracker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2331720"/>
            <a:ext cx="1554480" cy="155448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7" name="Image 1" descr="/home/claude/work/screen-time-project/build/icons/chartlin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155" y="2704795"/>
            <a:ext cx="808330" cy="80833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42316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What’s being tracked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2423160" y="278892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Your average daily screen time, entered weekly by your teacher, for the whole term. Nobody but your teacher and form sees the raw numbers.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7223760" y="2331720"/>
            <a:ext cx="1554480" cy="155448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1" name="Image 2" descr="/home/claude/work/screen-time-project/build/icons/trophy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6835" y="2704795"/>
            <a:ext cx="808330" cy="80833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006840" y="2377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Why it matters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9006840" y="278892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It’s the same measure the research on the last few slides used, so you can see for yourself whether your habits are shifting.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94360" y="4343400"/>
            <a:ext cx="11002975" cy="1508760"/>
          </a:xfrm>
          <a:prstGeom prst="roundRect">
            <a:avLst>
              <a:gd name="adj" fmla="val 6061"/>
            </a:avLst>
          </a:prstGeom>
          <a:solidFill>
            <a:srgbClr val="F7EBC4"/>
          </a:solidFill>
          <a:ln/>
        </p:spPr>
        <p:txBody>
          <a:bodyPr/>
          <a:p/>
        </p:txBody>
      </p:sp>
      <p:sp>
        <p:nvSpPr>
          <p:cNvPr id="15" name="Text 10"/>
          <p:cNvSpPr txBox="1"/>
          <p:nvPr/>
        </p:nvSpPr>
        <p:spPr>
          <a:xfrm>
            <a:off x="914400" y="4526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Two awards, revealed at the end of term: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914400" y="4892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Lowest total screen time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Most reduced screen time: the biggest downward trend across the term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ACTIVITY 2 · DO THIS NOW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11002975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1051560" y="17373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My Screen Time Reduction Plan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313432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Pick one realistic change, not five. Small and specific beats big and vague.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51560" y="288036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5156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3464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thing I’ll change this week: ______________________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1051560" y="360502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51560" y="366903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51560" y="366903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362331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screen-free time or place I’ll try (e.g. no phone at meals, none 30 minutes before bed): ______________________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1051560" y="439369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1051560" y="445770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1051560" y="4457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441198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I’ll do instead in that time: ______________________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1051560" y="518236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1051560" y="524637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1051560" y="524637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600200" y="520065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How I’ll know it’s working by the halfway check-in: ______________________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550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Printable worksheet version: Screen Time Reduction Plan (PDF)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899855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 · WRAP-UP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happens next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1005840" y="3657600"/>
            <a:ext cx="10180015" cy="0"/>
          </a:xfrm>
          <a:prstGeom prst="line">
            <a:avLst/>
          </a:prstGeom>
          <a:noFill/>
          <a:ln w="25400">
            <a:solidFill>
              <a:srgbClr val="D4B780"/>
            </a:solidFill>
            <a:prstDash val="dash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1501102" y="3154680"/>
            <a:ext cx="1005840" cy="100584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8" name="Image 1" descr="/home/claude/work/screen-time-project/build/icons/clipboar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504" y="3396082"/>
            <a:ext cx="523037" cy="52303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429768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Today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4663440"/>
            <a:ext cx="2545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Reflection + reduction plan done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228986" y="3154680"/>
            <a:ext cx="1005840" cy="100584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2" name="Image 2" descr="/home/claude/work/screen-time-project/build/icons/chartlin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387" y="3396082"/>
            <a:ext cx="523037" cy="52303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459404" y="429768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Every week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459404" y="4663440"/>
            <a:ext cx="2545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Tracker updated in class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956870" y="3154680"/>
            <a:ext cx="1005840" cy="100584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6" name="Image 3" descr="/home/claude/work/screen-time-project/build/icons/calendar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271" y="3396082"/>
            <a:ext cx="523037" cy="52303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187288" y="429768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Halfway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187288" y="4663440"/>
            <a:ext cx="2545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2: check in on your plan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9684753" y="3154680"/>
            <a:ext cx="1005840" cy="100584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20" name="Image 4" descr="/home/claude/work/screen-time-project/build/icons/trophy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6155" y="3396082"/>
            <a:ext cx="523037" cy="52303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915171" y="429768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End of term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8915171" y="4663440"/>
            <a:ext cx="2545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3: final reflection + awards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5120640" cy="51206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3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4688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HOW DOES SCREEN TIME AFFECT…?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8346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Halfway Check-in</a:t>
            </a:r>
            <a:endParaRPr lang="en-US" sz="50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3840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2 of 3  ·  the tracker is roughly halfway through the term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QUICK REMINDER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the research said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94360" y="2331720"/>
            <a:ext cx="777240" cy="7772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7" name="Image 1" descr="/home/claude/work/screen-time-project/build/icons/brain_mustardde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8" y="2518258"/>
            <a:ext cx="404165" cy="40416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286000"/>
            <a:ext cx="9692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Higher screen time was linked to changes in brain regions supporting focus and self-control (Shou et al., 2025).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94360" y="3337560"/>
            <a:ext cx="777240" cy="7772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10" name="Image 2" descr="/home/claude/work/screen-time-project/build/icons/handpaper_mustarddee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524098"/>
            <a:ext cx="404165" cy="40416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00200" y="3291840"/>
            <a:ext cx="9692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Heavier social media use was linked to weaker impulse control years later (Wallace et al., 2023).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594360" y="4343400"/>
            <a:ext cx="777240" cy="7772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13" name="Image 3" descr="/home/claude/work/screen-time-project/build/icons/bullseye_mustarddee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4529938"/>
            <a:ext cx="404165" cy="40416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00200" y="4297680"/>
            <a:ext cx="9692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More screen time was linked to lower grades, especially from gaming and scrolling (Feng et al., 2025).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594360" y="5349240"/>
            <a:ext cx="777240" cy="7772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16" name="Image 4" descr="/home/claude/work/screen-time-project/build/icons/moon_mustarddee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8" y="5535778"/>
            <a:ext cx="404165" cy="40416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00200" y="5303520"/>
            <a:ext cx="9692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Screen time measurably worsened sleep within just three months (Hökby et al., 2025).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ACTIVITY 3 · DO THIS NOW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11002975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1051560" y="17373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Midpoint Reflection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313432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Get out your Activity 1 reflection and reduction plan from session 1, and compare honestly.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51560" y="288036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5156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3464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has my screen time actually been like these past few weeks?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1051560" y="360502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51560" y="366903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51560" y="366903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362331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Did I stick to my reduction plan? What helped, and what got in the way?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1051560" y="439369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1051560" y="445770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1051560" y="4457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441198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What’s one thing that’s improved: sleep, focus, mood, or something else?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1051560" y="518236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1051560" y="524637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1051560" y="524637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600200" y="520065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will I adjust for the rest of the term?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550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Printable worksheet version: Midpoint Reflection (PDF)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899855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2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B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STILL TO COME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Looking ahead to the end of term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9659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Keep logging with your teacher every week. At the end of term, you’ll do one last reflection and find out who’s won the two awards.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94360" y="2743200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560320" y="3063240"/>
            <a:ext cx="1188720" cy="118872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9" name="Image 1" descr="/home/claude/work/screen-time-project/build/icons/trophy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5613" y="3348533"/>
            <a:ext cx="618134" cy="6181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60120" y="43891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Lowest total screen time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48006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Across every week logged in the tracker this term.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72200" y="2743200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8138160" y="3063240"/>
            <a:ext cx="1188720" cy="118872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4" name="Image 2" descr="/home/claude/work/screen-time-project/build/icons/seedling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453" y="3348533"/>
            <a:ext cx="618134" cy="61813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37960" y="43891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Most reduced screen time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6629400" y="48006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steepest downward trend from week one to the end of term.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120640" cy="51206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3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4688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HOW DOES SCREEN TIME AFFECT…?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8346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End of Term</a:t>
            </a:r>
            <a:endParaRPr lang="en-US" sz="50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3840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3 of 3  ·  final reflection, then the tracker closes and the awards are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ACTIVITY 4 · DO THIS NOW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11002975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1051560" y="17373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Final Reflection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313432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Get out all your reflections from this term, session 1 and the midpoint check-in, and look back over the whole picture.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51560" y="288036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5156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3464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Looking back at your Initial Reflection and Reduction Plan, how has your screen time changed this term?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1051560" y="360502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51560" y="366903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51560" y="366903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362331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What’s the biggest difference you’ve noticed: sleep, focus, mood, or something else?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1051560" y="439369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1051560" y="445770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1051560" y="4457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441198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Which part of your plan worked best, and which part didn’t stick?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1051560" y="518236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1051560" y="524637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1051560" y="524637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600200" y="520065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What’s one screen habit you want to keep going next term?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550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Printable worksheet version: Final Reflection (PDF)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899855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3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B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MOMENT YOU’VE BEEN TRACKING TOWARDS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This term’s awards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94360" y="2377440"/>
            <a:ext cx="51206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2468880" y="2743200"/>
            <a:ext cx="1371600" cy="137160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8" name="Image 1" descr="/home/claude/work/screen-time-project/build/icons/trophy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064" y="3072384"/>
            <a:ext cx="713232" cy="7132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0120" y="42519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Lowest total screen time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051560" y="47091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Across every week logged in the tracker this term.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72200" y="2377440"/>
            <a:ext cx="51206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8046720" y="2743200"/>
            <a:ext cx="1371600" cy="137160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3" name="Image 2" descr="/home/claude/work/screen-time-project/build/icons/seedling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3072384"/>
            <a:ext cx="713232" cy="7132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37960" y="42519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Most reduced screen time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6629400" y="47091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steepest downward trend from week one to the end of term.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594360" y="6355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Ask your teacher to open the Screen Time Tracker now to reveal the names.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120640" cy="51206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3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65176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Small changes, kept up, are worth more than big ones you can’t sustain.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Well done for being honest about your habits all term. That’s the hardest part.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FOR THE TEACHER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03120"/>
            <a:ext cx="107899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3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Hökby, S., Alvarsson, J., Westerlund, J., Carli, V., &amp; Hadlaczky, G. (2025). Adolescents’ screen time displaces multiple sleep pathways and elevates depressive symptoms over twelve months. PLOS Global Public Health.</a:t>
            </a:r>
            <a:endParaRPr lang="en-US" sz="13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3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Feng, X., Ren, S., &amp; Shi, P. (2025). The relationship and mechanism of screen time and academic performance among adolescents: an empirical study based on CEPS. Frontiers in Public Health, 13, 1533327.</a:t>
            </a:r>
            <a:endParaRPr lang="en-US" sz="13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3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Shou, Q., Yamashita, M., &amp; Mizuno, Y. (2025). Association of screen time with attention-deficit/hyperactivity disorder symptoms and their development: the mediating role of brain structure. Translational Psychiatry, 15, 447.</a:t>
            </a:r>
            <a:endParaRPr lang="en-US" sz="13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3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Wallace, J., Boers, E., Ouellet, J., Afzali, M. H., &amp; Conrod, P. (2023). Screen time, impulsivity, neuropsychological functions and their relationship to growth in adolescent attention-deficit/hyperactivity disorder symptoms. Scientific Reports, 13, 18108.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2026-08-31T06:35:23Z</dcterms:created>
  <dcterms:modified xsi:type="dcterms:W3CDTF">2026-08-31T06:35:23Z</dcterms:modified>
</cp:coreProperties>
</file>