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001768" y="1572768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001768" y="157276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YEAR 10 AND 11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This is the Year 10 and 11 set, five questions.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it ever right to break a rule you think is unfair?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Would you rather be famous for something you did not do, or unknown for something great you did?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is something adults say to teenagers that they do not say to each other?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When does trying hard start to look like showing off?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it better to be good at lots of things, or great at one?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