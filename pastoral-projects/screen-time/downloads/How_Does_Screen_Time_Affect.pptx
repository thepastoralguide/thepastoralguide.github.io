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120640" cy="51206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E9D39D"/>
          </a:solidFill>
          <a:ln/>
        </p:spPr>
        <p:txBody>
          <a:bodyPr/>
          <a:p/>
        </p:txBody>
      </p:sp>
      <p:pic>
        <p:nvPicPr>
          <p:cNvPr id="4" name="Image 0" descr="/home/claude/work/screen-time-project/build/icons/mobile_mustard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800600"/>
            <a:ext cx="1371600" cy="1371600"/>
          </a:xfrm>
          <a:prstGeom prst="rect">
            <a:avLst/>
          </a:prstGeom>
        </p:spPr>
      </p:pic>
      <p:pic>
        <p:nvPicPr>
          <p:cNvPr id="5" name="Image 1" descr="/home/claude/work/logo-assets/logo-icon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6" y="502920"/>
            <a:ext cx="174282" cy="2011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8573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PASTORAL PROJECTS RESOURCE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2487168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Screen Time Affect…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703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C28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Sleep, Concentration &amp; the Teenage Brain?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of 3  ·  paired with the Screen Time Tracker, running all term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we’ll cover today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2148840"/>
            <a:ext cx="868680" cy="86868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7" name="Image 1" descr="/home/claude/work/screen-time-project/build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" y="2357323"/>
            <a:ext cx="451714" cy="45171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1305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478024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screen time is linked to, in the brain, in sleep, and in concentration, with published studies, properly cited.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94360" y="3218688"/>
            <a:ext cx="868680" cy="86868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1" name="Image 2" descr="/home/claude/work/screen-time-project/build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3427171"/>
            <a:ext cx="451714" cy="45171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00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habits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737360" y="35478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honest reflection on your current screen time. No judgement, just a starting point.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94360" y="4288536"/>
            <a:ext cx="868680" cy="86868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5" name="Image 3" descr="/home/claude/work/screen-time-project/build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" y="4497019"/>
            <a:ext cx="451714" cy="45171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270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737360" y="46177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term-long Screen Time Tracker works, and the two awards up for grabs.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94360" y="5358384"/>
            <a:ext cx="868680" cy="86868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9" name="Image 4" descr="/home/claude/work/screen-time-project/build/icons/calend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" y="5566867"/>
            <a:ext cx="451714" cy="45171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737360" y="53400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1737360" y="5687568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screen time reduction plan you’ll check back on at the halfway point, and again at the end of term.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of the day is that, really?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33172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0" dirty="0">
                <a:solidFill>
                  <a:srgbClr val="C28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 hrs</a:t>
            </a:r>
            <a:endParaRPr lang="en-US" sz="10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97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teenager’s daily leisure screen time in a recent study of over 4,800 students, about an hour more than recommended.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9107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Hökby et al., 2025, PLOS Global Public Health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2286000"/>
            <a:ext cx="2103120" cy="210312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5" name="Image 1" descr="/home/claude/work/screen-time-project/build/icons/brain_mustard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9" y="2790749"/>
            <a:ext cx="1093622" cy="10936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06324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· BRAIN DEVELOPMENT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3063240" y="11887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time and the brain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3063240" y="1938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10,116 children aged 9–10, followed for two years (ABCD study, USA)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063240" y="242316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screen time was linked to more attention and impulse-control difficulties, both straight away and two years later.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also linked to smaller volume and thinner tissue in brain regions involved in planning, self-control and attention.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brain changes helped explain part of why more screen time meant more attention difficulties.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063240" y="4526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BC4"/>
          </a:solidFill>
          <a:ln/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291840" y="45262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doesn’t just distract you in the moment. Over two years, more of it was linked to measurable changes in the parts of the brain that help you focus.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29107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Shou, Yamashita &amp; Mizuno, 2025, Translational Psychiatry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9448495" y="2286000"/>
            <a:ext cx="2103120" cy="210312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5" name="Image 1" descr="/home/claude/work/screen-time-project/build/icons/handpaper_mustard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244" y="2790749"/>
            <a:ext cx="1093622" cy="10936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· SELF-CONTROL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887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time and impulsivity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38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 Canadian students, followed from Year 8 to Year 12 (5 years)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42316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TV and gaming (but not general computer use) were linked to more attention and impulsivity symptoms over time.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impulse control was the strongest explanation for that link.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social media use specifically was linked to poorer impulse control roughly three years later.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4526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BC4"/>
          </a:solidFill>
          <a:ln/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68680" y="45262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specifically social media, gaming and TV, not all screen use, that were linked to weaker impulse control years down the line.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29107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Wallace, Boers, Ouellet, Afzali &amp; Conrod, 2023, Scientific Reports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2286000"/>
            <a:ext cx="2103120" cy="210312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5" name="Image 1" descr="/home/claude/work/screen-time-project/build/icons/bullseye_mustard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9" y="2790749"/>
            <a:ext cx="1093622" cy="10936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06324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· CONCENTRATION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3063240" y="11887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time and grades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3063240" y="1938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17,150 students aged 13 to 15 (China Education Panel Survey)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063240" y="242316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screen time was linked to lower grades overall, and in maths, English and Chinese in particular.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 and gaming were linked to a bigger drop in grades than watching TV.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itself was the main reason for the link. Sleep and mood mattered too, but mattered less.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063240" y="4526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BC4"/>
          </a:solidFill>
          <a:ln/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291840" y="45262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screen use matters. Passive TV time and active gaming or scrolling don’t cost your concentration equally.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29107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Feng, Ren &amp; Shi, 2025, Frontiers in Public Health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9448495" y="2286000"/>
            <a:ext cx="2103120" cy="210312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5" name="Image 1" descr="/home/claude/work/screen-time-project/build/icons/moon_mustard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244" y="2790749"/>
            <a:ext cx="1093622" cy="10936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· SLEEP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887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time and sleep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38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4,810 students aged 12–16, tracked over 12 months (Stockholm)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42316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screen use measurably worsened sleep quality, sleep duration and sleep timing within just three months.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girls, poorer sleep explained 38–57% of the link between screen time and low mood.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student in the study was already going over the recommended screen time by around an hour a day.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4526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BC4"/>
          </a:solidFill>
          <a:ln/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68680" y="45262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sleep is a big part of why heavy screen use is linked to low mood, and it can start shifting in a matter of weeks.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29107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Hökby, Alvarsson, Westerlund, Carli &amp; Hadlaczky, 2025, PLOS Global Public Health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B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STUDIES, ONE PATTERN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Bringing it together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94360" y="23317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22960" y="2560320"/>
            <a:ext cx="822960" cy="8229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8" name="Image 1" descr="/home/claude/work/screen-time-project/build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" y="275783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28986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changes in the regions that support focus and self-control.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23317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400800" y="2560320"/>
            <a:ext cx="822960" cy="8229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3" name="Image 2" descr="/home/claude/work/screen-time-project/build/icons/handpap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75783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Self-control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28986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social media use linked to weaker impulse control, years later.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448056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822960" y="4709160"/>
            <a:ext cx="822960" cy="8229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8" name="Image 3" descr="/home/claude/work/screen-time-project/build/icon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490667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28800" y="4681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828800" y="50474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screen time, lower grades. Gaming and scrolling most of all.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72200" y="448056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6400800" y="4709160"/>
            <a:ext cx="822960" cy="8229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23" name="Image 4" descr="/home/claude/work/screen-time-project/build/icons/mo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310" y="4906670"/>
            <a:ext cx="427939" cy="42793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06640" y="4681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406640" y="50474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Worsened sleep quality and duration within just three months.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DO THIS NOW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417320"/>
            <a:ext cx="11002975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173736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Screen Time, Right Now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313432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honestly and briefly. There are no wrong answers. You’ll come back to this twice more this term.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0515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34640"/>
            <a:ext cx="94484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how many hours a day do you spend on a screen outside school?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51560" y="3447288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51560" y="3511296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05156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465576"/>
            <a:ext cx="94484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mostly use it for? Name your top three.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51560" y="4078224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51560" y="4142232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5156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096512"/>
            <a:ext cx="94484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of day do you use screens the most?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051560" y="4709160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1560" y="4773168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05156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727448"/>
            <a:ext cx="94484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usually feel afterwards: drained, flat, fine, good or energised?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1051560" y="5340096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1560" y="5404104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051560" y="5404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600200" y="5358384"/>
            <a:ext cx="94484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moment today you’d have spent differently, looking back?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55080"/>
            <a:ext cx="8259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worksheet version: My Screen Time, Right Now (PDF)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the Screen Time Tracker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1554480" cy="155448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7" name="Image 1" descr="/home/claude/work/screen-time-project/build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2704795"/>
            <a:ext cx="808330" cy="8083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4231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being tracked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2423160" y="27889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average daily screen time, entered weekly by your teacher, for the whole term. Nobody but your teacher and form sees the raw numbers.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223760" y="2331720"/>
            <a:ext cx="1554480" cy="155448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1" name="Image 2" descr="/home/claude/work/screen-time-project/build/icons/troph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835" y="2704795"/>
            <a:ext cx="808330" cy="8083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068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9006840" y="27889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kind of measure the research on the last few slides used, so you can see for yourself whether your habits are shifting.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94360" y="4343400"/>
            <a:ext cx="11002975" cy="1508760"/>
          </a:xfrm>
          <a:prstGeom prst="roundRect">
            <a:avLst>
              <a:gd name="adj" fmla="val 6061"/>
            </a:avLst>
          </a:prstGeom>
          <a:solidFill>
            <a:srgbClr val="F7EBC4"/>
          </a:solidFill>
          <a:ln/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91440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awards, revealed at the end of term: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4892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total screen time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reduced screen time: the biggest downward trend across the term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· DO THIS NOW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417320"/>
            <a:ext cx="11002975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173736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Screen Time Reduction Plan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313432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realistic change, not five. Small and specific beats big and vague.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0515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3464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I’ll change this week: ______________________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51560" y="360502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51560" y="366903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051560" y="36690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62331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screen-free time or place I’ll try (e.g. no phone at meals, none 30 minutes before bed): ______________________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51560" y="439369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51560" y="445770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51560" y="4457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41198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I’ll do instead in that time: ______________________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051560" y="518236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1560" y="524637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051560" y="52463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520065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I’ll know it’s working by the halfway check-in: ______________________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55080"/>
            <a:ext cx="8259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worksheet version: Screen Time Reduction Plan (PDF)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WRAP-UP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005840" y="3657600"/>
            <a:ext cx="10180015" cy="0"/>
          </a:xfrm>
          <a:prstGeom prst="line">
            <a:avLst/>
          </a:prstGeom>
          <a:noFill/>
          <a:ln w="25400">
            <a:solidFill>
              <a:srgbClr val="D4B780"/>
            </a:solidFill>
            <a:prstDash val="dash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501102" y="3154680"/>
            <a:ext cx="1005840" cy="100584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8" name="Image 1" descr="/home/claude/work/screen-time-project/build/icon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04" y="3396082"/>
            <a:ext cx="523037" cy="5230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429768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66344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+ reduction plan done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28986" y="3154680"/>
            <a:ext cx="1005840" cy="100584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2" name="Image 2" descr="/home/claude/work/screen-time-project/build/icons/chart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387" y="3396082"/>
            <a:ext cx="523037" cy="5230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59404" y="429768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459404" y="466344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updated in class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956870" y="3154680"/>
            <a:ext cx="1005840" cy="100584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6" name="Image 3" descr="/home/claude/work/screen-time-project/build/icons/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271" y="3396082"/>
            <a:ext cx="523037" cy="5230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87288" y="429768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187288" y="466344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check in on your plan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9684753" y="3154680"/>
            <a:ext cx="1005840" cy="100584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20" name="Image 4" descr="/home/claude/work/screen-time-project/build/icons/troph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155" y="3396082"/>
            <a:ext cx="523037" cy="5230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15171" y="429768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term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8915171" y="466344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final reflection + awards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120640" cy="51206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3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66" y="502920"/>
            <a:ext cx="174282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8573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SCREEN TIME AFFECT…?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834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Halfway Check-in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of 3  ·  the tracker is roughly halfway through the term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REMINDER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research said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2331720"/>
            <a:ext cx="777240" cy="7772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7" name="Image 1" descr="/home/claude/work/screen-time-project/build/icons/brain_mustard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2518258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286000"/>
            <a:ext cx="9692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screen time was linked to changes in brain regions supporting focus and self-control (Shou et al., 2025).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94360" y="3337560"/>
            <a:ext cx="777240" cy="7772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10" name="Image 2" descr="/home/claude/work/screen-time-project/build/icons/handpaper_mustardd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524098"/>
            <a:ext cx="404165" cy="4041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3291840"/>
            <a:ext cx="9692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social media use was linked to weaker impulse control years later (Wallace et al., 2023).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94360" y="4343400"/>
            <a:ext cx="777240" cy="7772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13" name="Image 3" descr="/home/claude/work/screen-time-project/build/icons/bullseye_mustardde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4529938"/>
            <a:ext cx="404165" cy="4041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4297680"/>
            <a:ext cx="9692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screen time was linked to lower grades, especially from gaming and scrolling (Feng et al., 2025).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94360" y="5349240"/>
            <a:ext cx="777240" cy="7772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16" name="Image 4" descr="/home/claude/work/screen-time-project/build/icons/moon_mustarddee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5535778"/>
            <a:ext cx="404165" cy="4041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00200" y="5303520"/>
            <a:ext cx="9692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screen time was linked to worse sleep within just three months (Hökby et al., 2025).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· DO THIS NOW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417320"/>
            <a:ext cx="11002975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173736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Midpoint Reflection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313432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out your Activity 1 reflection and reduction plan from session 1, and compare honestly.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0515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3464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my screen time actually been like these past few weeks?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51560" y="360502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51560" y="366903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051560" y="36690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62331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stick to my reduction plan? What helped, and what got in the way?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51560" y="439369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51560" y="445770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51560" y="4457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41198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one thing that’s improved: sleep, focus, mood, or something else?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051560" y="518236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1560" y="524637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051560" y="52463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520065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 adjust for the rest of the term?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55080"/>
            <a:ext cx="8259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worksheet version: Midpoint Reflection (PDF)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B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COME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ahead to the end of term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65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logging with your teacher every week. At the end of term, you’ll do one last reflection and find out who’s won the two awards.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2743200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560320" y="3063240"/>
            <a:ext cx="1188720" cy="118872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9" name="Image 1" descr="/home/claude/work/screen-time-project/build/icons/troph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613" y="3348533"/>
            <a:ext cx="618134" cy="6181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Lowest total screen time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4800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week logged in the tracker this term.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2743200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8138160" y="3063240"/>
            <a:ext cx="1188720" cy="118872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4" name="Image 2" descr="/home/claude/work/screen-time-project/build/icons/seedl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3348533"/>
            <a:ext cx="618134" cy="61813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796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reduced screen time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4800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downward trend from week one to the end of term.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120640" cy="51206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3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66" y="502920"/>
            <a:ext cx="174282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8573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SCREEN TIME AFFECT…?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834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Term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of 3  ·  final reflection, then the tracker closes and the awards are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· DO THIS NOW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417320"/>
            <a:ext cx="11002975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173736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Reflection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313432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out your sheets from session 1 and the halfway check-in, and look back over the whole term.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0515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3464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at your first reflection and your plan, how has your screen time changed this term?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51560" y="360502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51560" y="366903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051560" y="36690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62331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the biggest difference you’ve noticed: sleep, focus, mood, or something else?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51560" y="439369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51560" y="445770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51560" y="4457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41198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of your plan worked best, and which part didn’t stick?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051560" y="5182362"/>
            <a:ext cx="10088575" cy="0"/>
          </a:xfrm>
          <a:prstGeom prst="line">
            <a:avLst/>
          </a:prstGeom>
          <a:noFill/>
          <a:ln w="12700">
            <a:solidFill>
              <a:srgbClr val="F7EBC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1560" y="5246370"/>
            <a:ext cx="365760" cy="36576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051560" y="52463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5200650"/>
            <a:ext cx="9448495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one screen habit you want to keep going next term?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55080"/>
            <a:ext cx="8259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worksheet version: Final Reflection (PDF)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B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YOU’VE BEEN TRACKING TOWARDS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term’s awards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94360" y="23774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468880" y="2743200"/>
            <a:ext cx="1371600" cy="137160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8" name="Image 1" descr="/home/claude/work/screen-time-project/build/icons/troph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3072384"/>
            <a:ext cx="713232" cy="7132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Lowest total screen time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4709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week logged in the tracker this term.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23774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8046720" y="2743200"/>
            <a:ext cx="1371600" cy="1371600"/>
          </a:xfrm>
          <a:prstGeom prst="ellipse">
            <a:avLst/>
          </a:prstGeom>
          <a:solidFill>
            <a:srgbClr val="D4B780"/>
          </a:solidFill>
          <a:ln/>
        </p:spPr>
        <p:txBody>
          <a:bodyPr/>
          <a:p/>
        </p:txBody>
      </p:sp>
      <p:pic>
        <p:nvPicPr>
          <p:cNvPr id="13" name="Image 2" descr="/home/claude/work/screen-time-project/build/icons/seedl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3072384"/>
            <a:ext cx="713232" cy="7132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3796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reduced screen time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629400" y="4709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downward trend from week one to the end of term.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59436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teacher to open the Screen Time Tracker now to reveal the names.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120640" cy="5120640"/>
          </a:xfrm>
          <a:prstGeom prst="ellipse">
            <a:avLst/>
          </a:prstGeom>
          <a:solidFill>
            <a:srgbClr val="F7EBC4"/>
          </a:solidFill>
          <a:ln/>
        </p:spPr>
        <p:txBody>
          <a:bodyPr/>
          <a:p/>
        </p:txBody>
      </p:sp>
      <p:pic>
        <p:nvPicPr>
          <p:cNvPr id="3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66" y="502920"/>
            <a:ext cx="174282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8573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6517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changes, kept up, are worth more than big ones you can’t sustain.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 for being honest about your habits all term. That’s the hardest part.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8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TEACHER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2E4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0312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Hökby, S., Alvarsson, J., Westerlund, J., Carli, V., &amp; Hadlaczky, G. (2025). Adolescents’ screen time displaces multiple sleep pathways and elevates depressive symptoms over twelve months. PLOS Global Public Health.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Feng, X., Ren, S., &amp; Shi, P. (2025). The relationship and mechanism of screen time and academic performance among adolescents: an empirical study based on CEPS. Frontiers in Public Health, 13, 1533327.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Shou, Q., Yamashita, M., &amp; Mizuno, Y. (2025). Association of screen time with attention-deficit/hyperactivity disorder symptoms and their development: the mediating role of brain structure. Translational Psychiatry, 15, 447.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5C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Wallace, J., Boers, E., Ouellet, J., Afzali, M. H., &amp; Conrod, P. (2023). Screen time, impulsivity, neuropsychological functions and their relationship to growth in adolescent attention-deficit/hyperactivity disorder symptoms. Scientific Reports, 13, 18108.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Screen Time Affect…?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