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974F16"/>
                </a:solidFill>
                <a:latin typeface="Libre Caslon Display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5360" y="1243584"/>
            <a:ext cx="2473279" cy="237744"/>
          </a:xfrm>
          <a:prstGeom prst="roundRect">
            <a:avLst>
              <a:gd name="adj" fmla="val 50000"/>
            </a:avLst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  ·  SIXTH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Ten questions: six on adult life admin,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Adult life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Six questions. Some are fact or myth, and some give you three options to choose from.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On a payslip, what does gross pay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after 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before tax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plus bonuses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Most free trials stop on their own when the trial ends.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12114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1211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04722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i="0">
                <a:solidFill>
                  <a:srgbClr val="974F16"/>
                </a:solidFill>
                <a:latin typeface="Libre Caslon Display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1747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Your bank might text you asking you to confirm your PIN.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Paying the minimum on a credit card each month clears the debt fairly quickly.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does the APR on a loan or a credit card tell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yearly cost of borrowing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much you can borrow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long the loan lasts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Four questions to finish. Some have options, and some you will have to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capital city of Australia?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In which year did people first walk on the Moon?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smallest prime number?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Which country’s flag has a green cedar tree in the middle?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On a payslip, what does gross pay mean?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B.  Your pay before tax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Gross is the full amount before tax and anything else is taken off. What actually lands in your account is net pay, and it is usually less.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Most free trials stop on their own when the trial ends.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Most roll straight into a paid subscription unless you cancel. Put a reminder in your calendar on the day you sign up.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Take dated photos of every room on the day you move in. They are your evidence if there is a disagreement about damage later.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Your bank might text you asking you to confirm your PIN.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real bank will never ask for your full PIN or password by text, email or phone. A message that does is a scam, however real it looks.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Paying the minimum on a credit card each month clears the debt fairly quickly.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minimum payment barely covers the interest, so the debt can take years to clear and cost a lot more than you borrowed.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does the APR on a loan or a credit card tell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974F16"/>
                </a:solidFill>
                <a:latin typeface="Libre Caslon Display"/>
              </a:rPr>
              <a:t>A.  The yearly cost of borrowing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APR stands for annual percentage rate. The higher it is, the more the borrowing costs you, so it is the number to compare before you sign anything.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capital city of Australia?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Canberra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Not Sydney. Canberra was built to be the capital as a compromise between Sydney and Melbourne.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which year did people first walk on the Moon?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1969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Neil Armstrong and Buzz Aldrin, on the Apollo 11 mission, in July 1969.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smallest prime number?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C.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prime has exactly two factors, one and itself. One has only one factor, so it does not count, and two is the only even prime.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Which country’s flag has a green cedar tree in the middle?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Lebanon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cedar has been a symbol of Lebanon for thousands of years and is mentioned in some of the oldest writing in the world.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VOLUME ONE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974F16"/>
                </a:solidFill>
                <a:latin typeface="Libre Caslon Display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Volume Two is available now at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