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Test it on this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You wrote a prediction last week.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Now thirty of you find out how close it was.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Four things to set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Space by the chairs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Bags under desks, chairs pushed in. Nobody needs more than a step in any direction.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Last week’s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Spares on page 3 of the pack. Without a prediction there is nothing to 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Two columns on the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Pulse and focus, before and after. You are collecting class averages.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Your own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Asthma, injuries, anything that makes this a bad idea. Not what they remember today.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 kit, no changing, no leaving the room. The whole practical is five minutes long.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FROM LAST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You already wrote the answer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Beats per minute. Fifteen seconds, times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34256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focus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Out of ten. Could you start a piece of work right now?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What both of those would do after five minutes of moving.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40156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Sheet out, prediction where you can see it. You are about to find out.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Before anybody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2763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0992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Asthma, an injury, anything that makes this a bad idea.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6712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Every option has a seated version. Taking it is not opting out of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0662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8892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Dizzy, breathless in a way that worries you, or in pain? Sit down and say 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46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32841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You stay by your own chair. Nobody crosses the room and nobody touches anybody.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85615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67911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Nobody sees your numbers except you. They go on your sheet, not on the 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Anyone who cannot follow these five records the class numbers instead.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COLUMN A 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Before you do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Sitting down, quiet, no talking. Thirty seconds of stillness first, then measure.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Fifteen seconds, times four. Write it in column 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Out of ten, right now. Write it in column 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Which one you picked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You choose on the next slide. Write that down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If you talk during this, you will get someone else’s number instead of your own and the experiment will not work.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PICK ONE AND STAY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F2A36"/>
                </a:solidFill>
                <a:latin typeface="Libre Caslon Display"/>
              </a:rPr>
              <a:t>Choose your five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The card on your table has the steps. Every one of them has a seated version on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27632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2768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8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Sixty on, ten off, four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Marching, star jumps, or fast feet on the spot.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97680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76856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65576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Three sets, slow and controlled.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Wall press-ups, chair squats, calf raises.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5896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28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2276856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35624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Stretch and breathe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The quietest, and the seated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Long stretches, and four slow breaths between each.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0507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Pick the one you would actually do again. That matters more than which is hardest.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READ THESE, THEN 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Four rules for 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76479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Follow your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0428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36829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23865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Moderate is the target. You should be able to talk, but not 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07792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2971800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04495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7904" y="299008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If it hurts or you feel dizzy, sit down. That is always the right thing to 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11296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575303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4845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593591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Do not stop early to compare numbers. Measuring comes after.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Nobody has to be good at this. You only have to still be doing it in five minutes.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DF7"/>
                </a:solidFill>
                <a:latin typeface="Libre Caslon Display"/>
              </a:rPr>
              <a:t>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5798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3113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Start when your teacher says. Not before.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79776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85292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Keep going. Slowing down is fine, stopping is not.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01568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747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Do not measure anything until the five minutes are up.</a:t>
            </a:r>
          </a:p>
        </p:txBody>
      </p:sp>
      <p:sp>
        <p:nvSpPr>
          <p:cNvPr id="13" name="Oval 12"/>
          <p:cNvSpPr/>
          <p:nvPr/>
        </p:nvSpPr>
        <p:spPr>
          <a:xfrm>
            <a:off x="4315968" y="3785615"/>
            <a:ext cx="512064" cy="512064"/>
          </a:xfrm>
          <a:prstGeom prst="ellipse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904487"/>
            <a:ext cx="274320" cy="274320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COLUMN B, STRAIGHT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Now, before you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 down and measure immediately. Waiting two minutes changes the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Fifteen seconds, times four. Column 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Out of ten, honestly. Column 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One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How do you feel? Write the first word you think of.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one word is the useful part, because nobody can argue with the first word you thought of.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ALL OF IT ON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2008" y="530352"/>
            <a:ext cx="153619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22008" y="589788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CLASS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Thirty results, not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Hands up in bands. Your teacher writes the totals, not your name.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7627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Pulse went up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7627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Under 10  ·  10 to 25  ·  25 to 40  ·  more than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1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Focus went up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1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Not at all  ·  1 point  ·  2 to 3  ·  more than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649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5643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Focus 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5643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It does for some people, and that is a real result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5137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Ten minutes have to pass before the last measurement. This is how you spend them.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BACK TO WHAT YOU WROTE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How close were you?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 predicted their pulse within ten? Hands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 predicted the focus change, up or down, correctly?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Did more people get the pulse right, or the focus? Which was easier to guess?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pulse is the obvious change. The focus one is the change worth having.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AGAINST A REAL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F2A36"/>
                </a:solidFill>
                <a:latin typeface="Libre Caslon Display"/>
              </a:rPr>
              <a:t>Thirty of you, 168 of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The study from last week: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they 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3055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The movers' attention went up. The others' went slightly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you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974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Whatever is on the board. Compare the direction first, then the size.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Three ways yours is weaker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64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 control group, thirty people not 168, and you scored yourselves.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7705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Getting the same direction as a proper study, with worse tools, is a real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428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Xiao, X. (2026). Frontiers in Psychology, 17, 1781997.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COLUMN 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50976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FDF7"/>
                </a:solidFill>
                <a:latin typeface="Libre Caslon Display"/>
              </a:rPr>
              <a:t>Ten minutes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21408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Pulse again. It should be close to where it started.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81635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Focus again. This is the one that does not go 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364991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43814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Circle whichever of your three numbers surprised you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Your heart went back. Your head did not, or not all the way.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BACK TO THE GRAPH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just drew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9579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A</a:t>
            </a:r>
          </a:p>
        </p:txBody>
      </p:sp>
      <p:sp>
        <p:nvSpPr>
          <p:cNvPr id="15" name="Oval 14"/>
          <p:cNvSpPr/>
          <p:nvPr/>
        </p:nvSpPr>
        <p:spPr>
          <a:xfrm>
            <a:off x="3313785" y="184891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421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28032" y="211775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3079699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Karla"/>
              </a:rPr>
              <a:t>If you had not 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Three of your own numbers, on a line you were shown a week before you measured it.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CLEAR, AGAIN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FFFDF7"/>
                </a:solidFill>
                <a:latin typeface="Libre Caslon Display"/>
              </a:rPr>
              <a:t>What the numbers do not say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A big pulse change is not a good score, and a small one is not a bad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Nobody in this room has been ranked, and nothing here goes in a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If your focus went down, that is data. It is not you doing it wrong.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This is one class, on one day, with one measurement each. That is all.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ONLY QUESTION THAT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F2A36"/>
                </a:solidFill>
                <a:latin typeface="Libre Caslon Display"/>
              </a:rPr>
              <a:t>Would you do it on your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It worked. That is not the same as saying you will ever do it again.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Would you have done that five minutes if nobody had told you 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is the actual thing that would stop you at home?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is the smallest version of it you would still bother with?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third question is next lesson. Almost nobody keeps up the big version.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design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On a card, and it gets marked against four tests by somebody who is not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Week one is tiny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Smaller than you think. That is what makes it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It grows slowly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Four weeks, and week four is still nothing dramatic.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Bring nothing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No kit, no app, no gym. It has to work in your house.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Bring your sheet. The numbers on it are the reason your plan is worth writing.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Your heart went back to normal.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Your head took longer.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That gap is the whole reason to bother,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and you measured it yourself.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Bring your sheet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You are going to turn three numbers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into four weeks you would actually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