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Unfinished Story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5138928" y="157276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3F7D8C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138928" y="157276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VOLUME ONE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14400" y="2084832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story in five weekly chapters. Each one ends on a choice with no clean answer, and the next chapter opens by revealing what actually happened.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C3DBDE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9" name="Image 1" descr="icon_re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216" y="3044952"/>
            <a:ext cx="749808" cy="7498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1F4247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24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Recap what happened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116940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From chapter two on, read what last week’s choice actually led to.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C3DBDE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5" name="Image 2" descr="icon_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944" y="3044952"/>
            <a:ext cx="749808" cy="74980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1F4247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24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Read this week’s chapter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4655668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chapter a week, in order: a short scene ending on a new choice with no clean answer.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C3DBDE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3" descr="icon_com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9672" y="3044952"/>
            <a:ext cx="749808" cy="749808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1F4247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3" name="Text 17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24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Open it up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194396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need to land on a conclusion. The story continues either way.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14400" y="587044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FA0A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nothing to prepare. All five chapters are already loaded into this deck. This is Volume One; more will follow on the website.</a:t>
            </a:r>
            <a:endParaRPr lang="en-US" sz="1200" dirty="0"/>
          </a:p>
        </p:txBody>
      </p:sp>
      <p:pic>
        <p:nvPicPr>
          <p:cNvPr id="27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UNFINISHED STORY  ·  VOLUME ONE  ·  CHAPTER 1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21792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Bag by the Gate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914400" y="1280160"/>
            <a:ext cx="10362895" cy="4709160"/>
          </a:xfrm>
          <a:prstGeom prst="roundRect">
            <a:avLst>
              <a:gd name="adj" fmla="val 3107"/>
            </a:avLst>
          </a:prstGeom>
          <a:solidFill>
            <a:srgbClr val="FFFDF7"/>
          </a:solidFill>
          <a:ln w="19050">
            <a:solidFill>
              <a:srgbClr val="C3DBDE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17320" y="1737360"/>
            <a:ext cx="9357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On the walk to school, Sam spots a bag left behind at the bus stop. Inside: a phone, a bit of cash, and a house key. Nobody else is around, and the next bus is already pulling in.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1417320" y="4773168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17320" y="4937760"/>
            <a:ext cx="93570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should Sam do?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0" y="615391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40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UNFINISHED STORY  ·  VOLUME ONE  ·  CHAPTER 2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21792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Assembly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914400" y="1280160"/>
            <a:ext cx="10362895" cy="4709160"/>
          </a:xfrm>
          <a:prstGeom prst="roundRect">
            <a:avLst>
              <a:gd name="adj" fmla="val 3107"/>
            </a:avLst>
          </a:prstGeom>
          <a:solidFill>
            <a:srgbClr val="FFFDF7"/>
          </a:solidFill>
          <a:ln w="19050">
            <a:solidFill>
              <a:srgbClr val="C3DBDE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17320" y="1600200"/>
            <a:ext cx="93570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 FAR...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417320" y="1929384"/>
            <a:ext cx="93570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5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Sam handed the bag straight to the school office. Three days later, a girl named Priya came looking for it. It was hers, and the only photo she has of her nan was inside.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417320" y="2980944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417320" y="3182112"/>
            <a:ext cx="9357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Priya wants to say thank you in assembly, in front of everyone. Sam feels strange about the attention, and quietly asks a friend not to mention it. The friend thinks Sam deserves the credit, and tells a teacher anyway.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417320" y="4773168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17320" y="4937760"/>
            <a:ext cx="93570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Was the friend right to tell, even though Sam didn’t want the attention?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0" y="615391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400" dirty="0"/>
          </a:p>
        </p:txBody>
      </p:sp>
      <p:pic>
        <p:nvPicPr>
          <p:cNvPr id="13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UNFINISHED STORY  ·  VOLUME ONE  ·  CHAPTER 3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21792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Empty Seat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914400" y="1280160"/>
            <a:ext cx="10362895" cy="4709160"/>
          </a:xfrm>
          <a:prstGeom prst="roundRect">
            <a:avLst>
              <a:gd name="adj" fmla="val 3107"/>
            </a:avLst>
          </a:prstGeom>
          <a:solidFill>
            <a:srgbClr val="FFFDF7"/>
          </a:solidFill>
          <a:ln w="19050">
            <a:solidFill>
              <a:srgbClr val="C3DBDE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17320" y="1600200"/>
            <a:ext cx="93570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 FAR...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417320" y="1929384"/>
            <a:ext cx="93570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5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teacher mentioned it at the end of registration, one sentence, not a whole assembly moment. Sam went red, but it passed quickly.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417320" y="2980944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417320" y="3182112"/>
            <a:ext cx="9357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A few weeks later, Sam notices someone being quietly left out. Not bullied exactly, just never asked to sit with the group at lunch, week after week.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417320" y="4773168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17320" y="4937760"/>
            <a:ext cx="93570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Is doing nothing about something like this the same as taking a side?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0" y="615391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400" dirty="0"/>
          </a:p>
        </p:txBody>
      </p:sp>
      <p:pic>
        <p:nvPicPr>
          <p:cNvPr id="13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UNFINISHED STORY  ·  VOLUME ONE  ·  CHAPTER 4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21792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Sam Heard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914400" y="1280160"/>
            <a:ext cx="10362895" cy="4709160"/>
          </a:xfrm>
          <a:prstGeom prst="roundRect">
            <a:avLst>
              <a:gd name="adj" fmla="val 3107"/>
            </a:avLst>
          </a:prstGeom>
          <a:solidFill>
            <a:srgbClr val="FFFDF7"/>
          </a:solidFill>
          <a:ln w="19050">
            <a:solidFill>
              <a:srgbClr val="C3DBDE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17320" y="1600200"/>
            <a:ext cx="93570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 FAR...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417320" y="1929384"/>
            <a:ext cx="93570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5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Sam started sitting with them sometimes, without making it a whole thing.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417320" y="2980944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417320" y="3182112"/>
            <a:ext cx="9357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Then Sam finds out, from someone else, that this person said something unkind about Sam behind their back, months before any of this started.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417320" y="4773168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17320" y="4937760"/>
            <a:ext cx="93570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Does knowing that change what Sam should do now?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0" y="615391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400" dirty="0"/>
          </a:p>
        </p:txBody>
      </p:sp>
      <p:pic>
        <p:nvPicPr>
          <p:cNvPr id="13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UNFINISHED STORY  ·  VOLUME ONE  ·  CHAPTER 5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21792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Small Things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914400" y="1280160"/>
            <a:ext cx="10362895" cy="4709160"/>
          </a:xfrm>
          <a:prstGeom prst="roundRect">
            <a:avLst>
              <a:gd name="adj" fmla="val 3107"/>
            </a:avLst>
          </a:prstGeom>
          <a:solidFill>
            <a:srgbClr val="FFFDF7"/>
          </a:solidFill>
          <a:ln w="19050">
            <a:solidFill>
              <a:srgbClr val="C3DBDE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17320" y="1600200"/>
            <a:ext cx="93570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 FAR...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417320" y="1929384"/>
            <a:ext cx="93570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5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Sam kept sitting there anyway. It felt strange for about a week, and then it just felt normal.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417320" y="2980944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417320" y="3182112"/>
            <a:ext cx="9357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By the end of term, the two of them were just friends. Nobody made a big deal of it. Nobody even really noticed when it happened.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417320" y="4773168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17320" y="4937760"/>
            <a:ext cx="93570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Do small choices like Sam’s actually add up to anything?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0" y="615391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400" dirty="0"/>
          </a:p>
        </p:txBody>
      </p:sp>
      <p:pic>
        <p:nvPicPr>
          <p:cNvPr id="13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2026-09-08T01:36:20Z</dcterms:created>
  <dcterms:modified xsi:type="dcterms:W3CDTF">2026-09-08T01:36:20Z</dcterms:modified>
</cp:coreProperties>
</file>