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4A7331"/>
                </a:solidFill>
                <a:latin typeface="Libre Caslon Display"/>
              </a:rPr>
              <a:t>Questions to Ask at an Open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2774" y="1188720"/>
            <a:ext cx="1538451" cy="237744"/>
          </a:xfrm>
          <a:prstGeom prst="roundRect">
            <a:avLst>
              <a:gd name="adj" fmla="val 50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YEAR 12 AND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1790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 week of practice, and a list of questions to take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MON</a:t>
            </a:r>
          </a:p>
        </p:txBody>
      </p:sp>
      <p:sp>
        <p:nvSpPr>
          <p:cNvPr id="9" name="Oval 8"/>
          <p:cNvSpPr/>
          <p:nvPr/>
        </p:nvSpPr>
        <p:spPr>
          <a:xfrm>
            <a:off x="956462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651760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Rank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7828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7828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TUE</a:t>
            </a:r>
          </a:p>
        </p:txBody>
      </p:sp>
      <p:sp>
        <p:nvSpPr>
          <p:cNvPr id="14" name="Oval 13"/>
          <p:cNvSpPr/>
          <p:nvPr/>
        </p:nvSpPr>
        <p:spPr>
          <a:xfrm>
            <a:off x="2558491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2651760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15844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Rank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9857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9857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WED</a:t>
            </a:r>
          </a:p>
        </p:txBody>
      </p:sp>
      <p:sp>
        <p:nvSpPr>
          <p:cNvPr id="19" name="Oval 18"/>
          <p:cNvSpPr/>
          <p:nvPr/>
        </p:nvSpPr>
        <p:spPr>
          <a:xfrm>
            <a:off x="4160520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sktw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651760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017873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Ask it for real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91886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91886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THU</a:t>
            </a:r>
          </a:p>
        </p:txBody>
      </p:sp>
      <p:sp>
        <p:nvSpPr>
          <p:cNvPr id="24" name="Oval 23"/>
          <p:cNvSpPr/>
          <p:nvPr/>
        </p:nvSpPr>
        <p:spPr>
          <a:xfrm>
            <a:off x="5762548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t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284" y="265176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19902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Set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93915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3915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FRI</a:t>
            </a:r>
          </a:p>
        </p:txBody>
      </p:sp>
      <p:sp>
        <p:nvSpPr>
          <p:cNvPr id="29" name="Oval 28"/>
          <p:cNvSpPr/>
          <p:nvPr/>
        </p:nvSpPr>
        <p:spPr>
          <a:xfrm>
            <a:off x="7364577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wo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8313" y="2651760"/>
            <a:ext cx="475488" cy="47548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21931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open 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the question sheet, one per student, and the answer cards and stall cards from the pack.</a:t>
            </a:r>
          </a:p>
        </p:txBody>
      </p:sp>
      <p:pic>
        <p:nvPicPr>
          <p:cNvPr id="33" name="Picture 32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The course, the teaching and the people.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777240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1828800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869948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837943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How is it assessed, and how much of that is exams?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185416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656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219456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Who teaches first years: lecturers, or postgraduate students?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" y="2542032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583180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551176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would I actually be doing in week three of the first term?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" y="2898648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939796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90779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Who do I go to if I am struggling, with the work or with anything else?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" y="3255264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296412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644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do students do here who are not into the nightlife?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Rank them on your sheet, 1 for must ask</a:t>
            </a:r>
          </a:p>
        </p:txBody>
      </p:sp>
      <p:sp>
        <p:nvSpPr>
          <p:cNvPr id="26" name="Oval 25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Add one question of your own</a:t>
            </a:r>
          </a:p>
        </p:txBody>
      </p:sp>
      <p:sp>
        <p:nvSpPr>
          <p:cNvPr id="29" name="Oval 28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Compare with the person next to you</a:t>
            </a:r>
          </a:p>
        </p:txBody>
      </p:sp>
      <p:pic>
        <p:nvPicPr>
          <p:cNvPr id="32" name="Picture 3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Money, living, and if it goes wrong.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777240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1828800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869948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837943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does accommodation cost, and is a first-year place guaranteed?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185416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656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219456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bursaries or scholarships are there, and how do I apply?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" y="2542032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583180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551176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Do students work part-time alongside the course, and does it fit?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" y="2898648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939796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90779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Can I change course, and until when?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" y="3255264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296412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644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happens if I miss the grades in my offer?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Rank them on your sheet, 1 for must ask</a:t>
            </a:r>
          </a:p>
        </p:txBody>
      </p:sp>
      <p:sp>
        <p:nvSpPr>
          <p:cNvPr id="26" name="Oval 25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Add one question of your own</a:t>
            </a:r>
          </a:p>
        </p:txBody>
      </p:sp>
      <p:sp>
        <p:nvSpPr>
          <p:cNvPr id="29" name="Oval 28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Copy your top five from the week onto the back</a:t>
            </a:r>
          </a:p>
        </p:txBody>
      </p:sp>
      <p:pic>
        <p:nvPicPr>
          <p:cNvPr id="32" name="Picture 3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Ask it for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A vague answer is not an answer. Follow it up until you could write it 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434340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7451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 spc="120">
                <a:solidFill>
                  <a:srgbClr val="7BA060"/>
                </a:solidFill>
                <a:latin typeface="Karla"/>
              </a:rPr>
              <a:t>THEY SAY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9656" y="1847088"/>
            <a:ext cx="2971800" cy="396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“We have a strong support network.”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417064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 spc="120">
                <a:solidFill>
                  <a:srgbClr val="4A7331"/>
                </a:solidFill>
                <a:latin typeface="Karla"/>
              </a:rPr>
              <a:t>YOU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9656" y="2389632"/>
            <a:ext cx="2971800" cy="396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2E3436"/>
                </a:solidFill>
                <a:latin typeface="Karla"/>
              </a:rPr>
              <a:t>“Who do I go to, and how quickly can I see them?”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95960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 spc="120">
                <a:solidFill>
                  <a:srgbClr val="7BA060"/>
                </a:solidFill>
                <a:latin typeface="Karla"/>
              </a:rPr>
              <a:t>THEY SAY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" y="2932176"/>
            <a:ext cx="297180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“Your personal tutor, or the wellbeing service, which sees people that week.”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682496"/>
            <a:ext cx="315468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1264" y="1828800"/>
            <a:ext cx="2679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Follow-ups that work</a:t>
            </a:r>
          </a:p>
        </p:txBody>
      </p:sp>
      <p:sp>
        <p:nvSpPr>
          <p:cNvPr id="15" name="Oval 14"/>
          <p:cNvSpPr/>
          <p:nvPr/>
        </p:nvSpPr>
        <p:spPr>
          <a:xfrm>
            <a:off x="5568696" y="2276856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9008" y="2212848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Who, exactly?</a:t>
            </a:r>
          </a:p>
        </p:txBody>
      </p:sp>
      <p:sp>
        <p:nvSpPr>
          <p:cNvPr id="17" name="Oval 16"/>
          <p:cNvSpPr/>
          <p:nvPr/>
        </p:nvSpPr>
        <p:spPr>
          <a:xfrm>
            <a:off x="5568696" y="2615184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79008" y="2551176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How much?</a:t>
            </a:r>
          </a:p>
        </p:txBody>
      </p:sp>
      <p:sp>
        <p:nvSpPr>
          <p:cNvPr id="19" name="Oval 18"/>
          <p:cNvSpPr/>
          <p:nvPr/>
        </p:nvSpPr>
        <p:spPr>
          <a:xfrm>
            <a:off x="5568696" y="2953512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2889504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By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568696" y="3291840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79008" y="3227832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Can you give me an example?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In pairs, one reads a vague answer card</a:t>
            </a:r>
          </a:p>
        </p:txBody>
      </p:sp>
      <p:sp>
        <p:nvSpPr>
          <p:cNvPr id="27" name="Oval 26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The other follows it up until it means something</a:t>
            </a:r>
          </a:p>
        </p:txBody>
      </p:sp>
      <p:sp>
        <p:nvSpPr>
          <p:cNvPr id="30" name="Oval 29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Swap, and write your best follow-up on your sheet</a:t>
            </a:r>
          </a:p>
        </p:txBody>
      </p:sp>
      <p:pic>
        <p:nvPicPr>
          <p:cNvPr id="33" name="Picture 3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Set up the open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Four made-up places, and two people to run each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73302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74" y="1956815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University of Aldermoor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3764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1266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138" y="1956815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11780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Kellingford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1780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Computer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1728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69230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02" y="1956815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9744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Saltmere University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9744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Nursing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9692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67194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066" y="1956815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07707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Pennant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7707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Degree apprenticeship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Staff: read your stall card and the rule at the bottom</a:t>
            </a:r>
          </a:p>
        </p:txBody>
      </p:sp>
      <p:sp>
        <p:nvSpPr>
          <p:cNvPr id="30" name="Oval 29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Visitors: star the three questions you will ask</a:t>
            </a:r>
          </a:p>
        </p:txBody>
      </p:sp>
      <p:sp>
        <p:nvSpPr>
          <p:cNvPr id="33" name="Oval 32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Tomorrow the desks become stalls</a:t>
            </a:r>
          </a:p>
        </p:txBody>
      </p:sp>
      <p:pic>
        <p:nvPicPr>
          <p:cNvPr id="36" name="Picture 35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open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47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49047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Staff to your stalls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3736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Two at each desk, with your card. Answer from the card, and give one vague answer on purpose.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39696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58568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457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402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Visitors, go and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871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Take your sheet to a stall and ask your three starred questions.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889504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008376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10438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9900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Push for a real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2369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If an answer is vague, follow it up. Write down what you find 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39312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758184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85419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73989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98678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Staff become visitors, now or next time, so everybody gets to ask.</a:t>
            </a:r>
          </a:p>
        </p:txBody>
      </p:sp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THE WEEK AFTER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A7331"/>
                </a:solidFill>
                <a:latin typeface="Libre Caslon Display"/>
              </a:rPr>
              <a:t>What did you find out?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Bring your sheet back. Which answer changed your mind about a place, and which question did nobody answer properly?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An unanswered question is worth asking somewhere else, or of a different university.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