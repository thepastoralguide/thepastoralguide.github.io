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Mystery Fact of the Day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280160" y="18288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Ten strange-but-true (or strange-but-false) facts, ready to go. The class votes, then finds out.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182216" y="304495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10" name="Image 1" descr="icon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20" y="3191256"/>
            <a:ext cx="457200" cy="457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 slide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116940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Any of the ten fact slides, read the fact aloud, no hints.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720944" y="304495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17" name="Image 2" descr="icon_handpap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3191256"/>
            <a:ext cx="457200" cy="4572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Take a vote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655668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A quick show of hands is all it takes.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9259672" y="304495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24" name="Image 3" descr="icon_lightbul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5976" y="319125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Click to reveal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8194396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answer and the “why” appear with a click, when you’re ready.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1005840" y="5870448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Ten facts are already loaded into this deck, with ten more in the resource pack.</a:t>
            </a:r>
            <a:endParaRPr lang="en-US" sz="1200" dirty="0"/>
          </a:p>
        </p:txBody>
      </p:sp>
      <p:pic>
        <p:nvPicPr>
          <p:cNvPr id="30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1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Honey never goes off. A jar of it can still be good to eat after thousands of years.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Archaeologists have found 3,000-year-old honey in Egyptian tombs that was still perfectly good to eat.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2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Great Wall of China can be seen from space with the naked eye.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Astronauts say it’s actually very hard to spot without help, and most “space photos” of it are zoomed in or edited.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3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Octopuses have three hearts.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pump blood to the gills, and one pumps it to the rest of the body.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4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Bulls charge at the colour red.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Bulls are colourblind to red. It is the movement of the cape that gets their attention, not its colour.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5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Wombats produce cube-shaped droppings.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Scientists found their intestines squeeze waste into shape, leaving it with flat sides and corners.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6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Napoleon Bonaparte was unusually short.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At around 5’ 7", he was roughly average height for a Frenchman of his time; the myth came from old measurement mix-ups.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7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A day on Venus is longer than a year on Venus.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Venus spins so slowly that one day there (243 Earth days) lasts longer than its trip around the Sun (225 Earth days).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8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Chameleons mainly change colour to blend into their surroundings.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They mostly change colour to communicate with other chameleons and to control their body temperature.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9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unicorn is the national animal of Scotland.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It’s been used on the Scottish royal coat of arms since the 1300s.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10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Lightning never strikes the same place twice.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 absolutely can. New York’s Empire State Building is struck by lightning about 20 to 25 times a year.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Now You Try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1280160" y="1481328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Find your own mystery fact for next time. You could be the one running the reveal.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34060" y="260604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2182216" y="286207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8" name="Image 1" descr="icon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20" y="3008376"/>
            <a:ext cx="457200" cy="457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708178" y="338803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2708178" y="338803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071220" y="37947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Find one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116940" y="429768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book, a documentary, or a trusted website, something that sounds too strange to be true.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472788" y="260604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720944" y="286207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15" name="Image 2" descr="icon_light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3008376"/>
            <a:ext cx="457200" cy="457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38803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38803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7947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Check it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655668" y="429768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Make sure it’s actually correct before you bring it in.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011516" y="260604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59672" y="286207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22" name="Image 3" descr="icon_ques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5976" y="300837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9785634" y="338803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4" name="Text 18"/>
          <p:cNvSpPr/>
          <p:nvPr/>
        </p:nvSpPr>
        <p:spPr>
          <a:xfrm>
            <a:off x="9785634" y="338803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8148676" y="37947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Share it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194396" y="429768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Read it out as a true-or-false statement, then reveal the answer yourself.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1280160" y="587044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Bring it next time. The best ones stump the whole class.</a:t>
            </a:r>
            <a:endParaRPr lang="en-US" sz="1200" dirty="0"/>
          </a:p>
        </p:txBody>
      </p:sp>
      <p:pic>
        <p:nvPicPr>
          <p:cNvPr id="28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Mystery Fact of the Day: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