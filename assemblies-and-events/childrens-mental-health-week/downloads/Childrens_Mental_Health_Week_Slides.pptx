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65376"/>
            <a:ext cx="8046720" cy="5946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A8452C"/>
                </a:solidFill>
                <a:latin typeface="Libre Caslon Display"/>
              </a:rPr>
              <a:t>Children’s Mental Health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5C6552"/>
                </a:solidFill>
                <a:latin typeface="Karla"/>
              </a:rPr>
              <a:t>An Assembly and Five Lunchtimes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B9179"/>
                </a:solidFill>
                <a:latin typeface="Karla"/>
              </a:rPr>
              <a:t>1 to 7 February 2027  ·  Step into Our World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546640" cy="237744"/>
          </a:xfrm>
          <a:prstGeom prst="roundRect">
            <a:avLst>
              <a:gd name="adj" fmla="val 50000"/>
            </a:avLst>
          </a:prstGeom>
          <a:solidFill>
            <a:srgbClr val="F8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OPTION 1  ·  A STUDENT TAPS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A student taps a song.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Can the hall name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F8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First, our tapper guesses: how many hands will go up?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Whisper your guess to the person next to you. No calling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24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F8DED3"/>
                </a:solidFill>
                <a:latin typeface="Karla"/>
              </a:rPr>
              <a:t>Using Option 2? Skip this slide.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F8DED3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F8DED3"/>
                </a:solidFill>
                <a:latin typeface="Karla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536520" cy="237744"/>
          </a:xfrm>
          <a:prstGeom prst="roundRect">
            <a:avLst>
              <a:gd name="adj" fmla="val 50000"/>
            </a:avLst>
          </a:prstGeom>
          <a:solidFill>
            <a:srgbClr val="F8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OPTION 2  ·  A TEACHER TAPS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A teacher taps a song.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Can the hall name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F8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First, our tapper guesses: how many hands will go up?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Whisper your guess to the person next to you. No calling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24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F8DED3"/>
                </a:solidFill>
                <a:latin typeface="Karla"/>
              </a:rPr>
              <a:t>Using Option 1? Skip this slide.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F8DED3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F8DED3"/>
                </a:solidFill>
                <a:latin typeface="Karla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It’s harder than it feels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At Stanford University, people tapped out well-known songs for a listener to guess.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9424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A8452C"/>
                </a:solidFill>
                <a:latin typeface="Libre Caslon Display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songs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were tapped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8040" y="2103120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8040" y="2249424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A8452C"/>
                </a:solidFill>
                <a:latin typeface="Libre Caslon Display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640" y="3017520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is what the tappers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expected to be guessed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0280" y="2103120"/>
            <a:ext cx="2407920" cy="1554480"/>
          </a:xfrm>
          <a:prstGeom prst="roundRect">
            <a:avLst>
              <a:gd name="adj" fmla="val 6000"/>
            </a:avLst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0280" y="2249424"/>
            <a:ext cx="240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400" b="1" i="0">
                <a:solidFill>
                  <a:srgbClr val="FFFDF7"/>
                </a:solidFill>
                <a:latin typeface="Libre Caslon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3017520"/>
            <a:ext cx="195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F8DED3"/>
                </a:solidFill>
                <a:latin typeface="Karla"/>
              </a:rPr>
              <a:t>songs were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F8DED3"/>
                </a:solidFill>
                <a:latin typeface="Karla"/>
              </a:rPr>
              <a:t>guessed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The tapper heard the whole tune. Everyone else only heard knocking.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Newton, 1990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THIS YEAR’S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Step into Our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The theme for Children’s Mental Health Week, from the charity Place2Be. It means seeing things from where someone else is standing. The tapping game shows why that is hard.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85415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1427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03703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The tapper could hear the song in their 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50591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So it felt obvious. Surely everyone would get it?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7977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862072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58084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Everyone else only heard knocking.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2724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That was all they had to go on, so most of them could not name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5643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538727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3473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57015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Feelings work the same 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0390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What is going on inside you feels obvious to you. Other people only hear the knocking.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Stepping into someone’s world means asking about their song, not guessing from the knocks.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Fewer people notice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Students wore an embarrassing T-shirt into a room of other students.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Then they guessed how many people had noticed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They guessed about half the room.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In fact, only about a quarter had.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Everyone else was busy in their own world.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That is why so few of them noticed.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So the thing you are worrying about, most people did not see.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Gilovich, Medvec and Savitsky, 2000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2E3436"/>
                </a:solidFill>
                <a:latin typeface="Libre Caslon Display"/>
              </a:rPr>
              <a:t>People like you more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Strangers had a short conversation, then rated each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They also guessed how much the other person liked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Most people guessed too 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Their partner liked them more, and enjoyed the chat more, than they thought.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Researchers called it the liking gap.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In students sharing a university flat, it lasted for months.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Think about it: who have you decided does not like you, without asking?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Boothby and colleagues, 2018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2E3436"/>
                </a:solidFill>
                <a:latin typeface="Libre Caslon Display"/>
              </a:rPr>
              <a:t>Real talk goes better than we expect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Over 1,800 people had conversations with strangers.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Some talked about the weather. Some answered real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They expected the real questions to be awkward.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They were less awkward and more enjoyable than they guessed.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People thought the other person would not be interested.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 other person was more interested than they expected.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Most people want to be asked properly. Most people want to be heard.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Kardas, Kumar and Epley, 2022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SO, STEP INTO SOMEONE ELSE’S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Three things to try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00784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847088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84248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Look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08960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Everyone is busier in their own world than you think.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700784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42816" y="1847088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sk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984248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2152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Ask properly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108960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A real question. Most people want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700784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1" y="1847088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98424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0488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Listen to the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108960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You can’t hear their song until they tell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And if someone asks you, tell them.</a:t>
            </a:r>
          </a:p>
        </p:txBody>
      </p:sp>
      <p:pic>
        <p:nvPicPr>
          <p:cNvPr id="21" name="Picture 20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A8452C"/>
                </a:solidFill>
                <a:latin typeface="Karla"/>
              </a:rPr>
              <a:t>AT LUNCHTIME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Something different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A8452C"/>
                </a:solidFill>
                <a:latin typeface="Karla"/>
              </a:rPr>
              <a:t>MONDAY</a:t>
            </a:r>
          </a:p>
        </p:txBody>
      </p:sp>
      <p:sp>
        <p:nvSpPr>
          <p:cNvPr id="7" name="Oval 6"/>
          <p:cNvSpPr/>
          <p:nvPr/>
        </p:nvSpPr>
        <p:spPr>
          <a:xfrm>
            <a:off x="956462" y="2221991"/>
            <a:ext cx="822960" cy="82296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395728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00400"/>
            <a:ext cx="11814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Find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Someone Who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7828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7828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A8452C"/>
                </a:solidFill>
                <a:latin typeface="Karla"/>
              </a:rPr>
              <a:t>TUESDAY</a:t>
            </a:r>
          </a:p>
        </p:txBody>
      </p:sp>
      <p:sp>
        <p:nvSpPr>
          <p:cNvPr id="12" name="Oval 11"/>
          <p:cNvSpPr/>
          <p:nvPr/>
        </p:nvSpPr>
        <p:spPr>
          <a:xfrm>
            <a:off x="2558491" y="2221991"/>
            <a:ext cx="822960" cy="82296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395728"/>
            <a:ext cx="475488" cy="475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9268" y="3200400"/>
            <a:ext cx="11814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One Question,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Every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9857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9857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A8452C"/>
                </a:solidFill>
                <a:latin typeface="Karla"/>
              </a:rPr>
              <a:t>WEDNESDAY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221991"/>
            <a:ext cx="822960" cy="82296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inn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95728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81297" y="3200400"/>
            <a:ext cx="11814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Five-Word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1886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1886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A8452C"/>
                </a:solidFill>
                <a:latin typeface="Karla"/>
              </a:rPr>
              <a:t>THURSDAY</a:t>
            </a:r>
          </a:p>
        </p:txBody>
      </p:sp>
      <p:sp>
        <p:nvSpPr>
          <p:cNvPr id="22" name="Oval 21"/>
          <p:cNvSpPr/>
          <p:nvPr/>
        </p:nvSpPr>
        <p:spPr>
          <a:xfrm>
            <a:off x="5762548" y="2221991"/>
            <a:ext cx="822960" cy="82296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sktw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84" y="2395728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83326" y="3200400"/>
            <a:ext cx="11814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Ask the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Year Above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3915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3915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A8452C"/>
                </a:solidFill>
                <a:latin typeface="Karla"/>
              </a:rPr>
              <a:t>FRIDAY</a:t>
            </a:r>
          </a:p>
        </p:txBody>
      </p:sp>
      <p:sp>
        <p:nvSpPr>
          <p:cNvPr id="27" name="Oval 26"/>
          <p:cNvSpPr/>
          <p:nvPr/>
        </p:nvSpPr>
        <p:spPr>
          <a:xfrm>
            <a:off x="7364577" y="2221991"/>
            <a:ext cx="822960" cy="82296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h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313" y="2395728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85355" y="3200400"/>
            <a:ext cx="11814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Guess the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8452C"/>
                </a:solidFill>
                <a:latin typeface="Libre Caslon Display"/>
              </a:rPr>
              <a:t>Teacher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Everyone is welcome at every one.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You can’t hear their song.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FFFDF7"/>
                </a:solidFill>
                <a:latin typeface="Libre Caslon Display"/>
              </a:rPr>
              <a:t>They can’t hear yours.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F8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So ask them about theirs, and tell them about yours.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F8DED3"/>
                </a:solidFill>
                <a:latin typeface="Karla"/>
              </a:rPr>
              <a:t>If something is wrong, tell someone you trust.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F8DED3"/>
                </a:solidFill>
                <a:latin typeface="Karla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F8DED3"/>
                </a:solidFill>
                <a:latin typeface="Karla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50976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A8452C"/>
                </a:solidFill>
                <a:latin typeface="Libre Caslon Display"/>
              </a:rPr>
              <a:t>Step into someone else’s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7121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At lunchtime today: Find Someone Who.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B9179"/>
                </a:solidFill>
                <a:latin typeface="Karla"/>
              </a:rPr>
              <a:t>Children’s Mental Health Week  ·  An Assembly and Five Lunchtimes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072959" cy="237744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LUNCHTIME  ·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Find Someone 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Write a different first name in each square, then ask that person one more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38658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One name a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One square per person.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k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38658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Ask one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How? Why? What was it like?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38658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Get a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Then try for the whole card.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Talk to at least one person you don’t usually talk to.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107234" cy="237744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LUNCHTIME  · 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One Question, Every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Today’s question: What do you wish adults understood about being your age?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38658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Your year’s colour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Each year group has its own colour of note.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38658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No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Write it honestly. Notes are read before they go 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10312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24942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38658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301752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Read the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51129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By Friday it shows what every year thinks.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You might find the year above you wishes the same thing.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360032" cy="237744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LUNCHTIME  · 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Five-Word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Write your day in exactly five words. No names. Every card is read, then pinned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75104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“Late bus. Good lunch. Maths.”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72786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A normal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7004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“Tired, then football fixed it.”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72786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A day that turned 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6499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65576"/>
            <a:ext cx="72786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Libre Caslon Display"/>
              </a:rPr>
              <a:t>“Forgot homework. Teacher was kind.”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12464"/>
            <a:ext cx="72786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A day with one kind moment in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Read some of the others. Every one is somebody’s real day.</a:t>
            </a:r>
          </a:p>
        </p:txBody>
      </p:sp>
      <p:pic>
        <p:nvPicPr>
          <p:cNvPr id="16" name="Picture 1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226935" cy="237744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LUNCHTIME  ·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Ask the Year Above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Put a question in the box, with no name on it. Older students answer as many as they can.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3730752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You could ask</a:t>
            </a:r>
          </a:p>
        </p:txBody>
      </p:sp>
      <p:sp>
        <p:nvSpPr>
          <p:cNvPr id="8" name="Oval 7"/>
          <p:cNvSpPr/>
          <p:nvPr/>
        </p:nvSpPr>
        <p:spPr>
          <a:xfrm>
            <a:off x="1005839" y="2743200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88336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What is hardest about next year?</a:t>
            </a:r>
          </a:p>
        </p:txBody>
      </p:sp>
      <p:sp>
        <p:nvSpPr>
          <p:cNvPr id="10" name="Oval 9"/>
          <p:cNvSpPr/>
          <p:nvPr/>
        </p:nvSpPr>
        <p:spPr>
          <a:xfrm>
            <a:off x="1005839" y="3151632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9676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What do you wish you had known?</a:t>
            </a:r>
          </a:p>
        </p:txBody>
      </p:sp>
      <p:sp>
        <p:nvSpPr>
          <p:cNvPr id="12" name="Oval 11"/>
          <p:cNvSpPr/>
          <p:nvPr/>
        </p:nvSpPr>
        <p:spPr>
          <a:xfrm>
            <a:off x="1005839" y="3560064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05200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What helped when it got hard?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2011680"/>
            <a:ext cx="3730752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67712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The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5047488" y="2743200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688336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No names, in questions or answers.</a:t>
            </a:r>
          </a:p>
        </p:txBody>
      </p:sp>
      <p:sp>
        <p:nvSpPr>
          <p:cNvPr id="18" name="Oval 17"/>
          <p:cNvSpPr/>
          <p:nvPr/>
        </p:nvSpPr>
        <p:spPr>
          <a:xfrm>
            <a:off x="5047488" y="3151632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3096768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Anything tricky goes to a teacher.</a:t>
            </a:r>
          </a:p>
        </p:txBody>
      </p:sp>
      <p:sp>
        <p:nvSpPr>
          <p:cNvPr id="20" name="Oval 19"/>
          <p:cNvSpPr/>
          <p:nvPr/>
        </p:nvSpPr>
        <p:spPr>
          <a:xfrm>
            <a:off x="5047488" y="3560064"/>
            <a:ext cx="91440" cy="91440"/>
          </a:xfrm>
          <a:prstGeom prst="ellipse">
            <a:avLst/>
          </a:prstGeom>
          <a:solidFill>
            <a:srgbClr val="E38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3505200"/>
            <a:ext cx="2889504" cy="182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2E3436"/>
                </a:solidFill>
                <a:latin typeface="Karla"/>
              </a:rPr>
              <a:t>Listening counts too.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1969623" cy="237744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A8452C"/>
                </a:solidFill>
                <a:latin typeface="Karla"/>
              </a:rPr>
              <a:t>LUNCHTIME  · 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Guess the Teacher, Aged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Every photo has a number. Write down who you think it is. Answers at the end of lunch.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15798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9514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92608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Look at the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1985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Every one is a teacher here, aged 11 to 14.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201168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15798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k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9514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292608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Read their worry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41985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Each one says what they worried about at 13.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011680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31151" y="2157984"/>
            <a:ext cx="658368" cy="658368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95144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926080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A8452C"/>
                </a:solidFill>
                <a:latin typeface="Libre Caslon Display"/>
              </a:rPr>
              <a:t>Write your guess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419856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Number, then name, on the guess sheet.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8452C"/>
                </a:solidFill>
                <a:latin typeface="Karla"/>
              </a:rPr>
              <a:t>Every adult here was your age once, worrying about something.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Children’s Mental Health Week: the assembly and lunchtime slides</dc:title>
  <dc:subject>A free assembly from The Pastoral Guide (thepastoralguide.com)</dc:subject>
  <dc:creator>The Pastoral Guide</dc:creator>
  <cp:keywords>children's mental health week assembly, step into our world, empathy, secondary, lunchtime activities</cp:keywords>
  <dc:description/>
  <cp:lastModifiedBy>The Pastoral Guide</cp:lastModifiedBy>
  <cp:revision>1</cp:revision>
  <dcterms:created xsi:type="dcterms:W3CDTF">2026-10-06T12:00:00Z</dcterms:created>
  <dcterms:modified xsi:type="dcterms:W3CDTF">2026-10-06T12:00:00Z</dcterms:modified>
  <cp:category/>
</cp:coreProperties>
</file>