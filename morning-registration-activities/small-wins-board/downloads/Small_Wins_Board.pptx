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AB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REGISTRATION ACTIVITIES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658368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0" dirty="0">
                <a:solidFill>
                  <a:srgbClr val="799E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Wins Board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280160" y="18288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2A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one thing you’re proud of, from yesterday or today. Big or small, it counts.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34060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CDDBCA"/>
            </a:solidFill>
            <a:prstDash val="solid"/>
          </a:ln>
          <a:effectLst>
            <a:outerShdw sx="100000" sy="100000" kx="0" ky="0" algn="bl" rotWithShape="0" blurRad="127000" dist="38100" dir="5400000">
              <a:srgbClr val="799E81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182216" y="3044952"/>
            <a:ext cx="749808" cy="749808"/>
          </a:xfrm>
          <a:prstGeom prst="ellipse">
            <a:avLst/>
          </a:prstGeom>
          <a:solidFill>
            <a:srgbClr val="799E81"/>
          </a:solidFill>
          <a:ln/>
        </p:spPr>
        <p:txBody>
          <a:bodyPr/>
          <a:p/>
        </p:txBody>
      </p:sp>
      <p:pic>
        <p:nvPicPr>
          <p:cNvPr id="10" name="Image 1" descr="icon_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20" y="3191256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08178" y="3570915"/>
            <a:ext cx="329184" cy="329184"/>
          </a:xfrm>
          <a:prstGeom prst="ellipse">
            <a:avLst/>
          </a:prstGeom>
          <a:solidFill>
            <a:srgbClr val="9AB196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2708178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1220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99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one small win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16940" y="44805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2A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yesterday, or today so far.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472788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CDDBCA"/>
            </a:solidFill>
            <a:prstDash val="solid"/>
          </a:ln>
          <a:effectLst>
            <a:outerShdw sx="100000" sy="100000" kx="0" ky="0" algn="bl" rotWithShape="0" blurRad="127000" dist="38100" dir="5400000">
              <a:srgbClr val="799E81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720944" y="3044952"/>
            <a:ext cx="749808" cy="749808"/>
          </a:xfrm>
          <a:prstGeom prst="ellipse">
            <a:avLst/>
          </a:prstGeom>
          <a:solidFill>
            <a:srgbClr val="799E81"/>
          </a:solidFill>
          <a:ln/>
        </p:spPr>
        <p:txBody>
          <a:bodyPr/>
          <a:p/>
        </p:txBody>
      </p:sp>
      <p:pic>
        <p:nvPicPr>
          <p:cNvPr id="17" name="Image 2" descr="icon_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3191256"/>
            <a:ext cx="457200" cy="4572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46906" y="3570915"/>
            <a:ext cx="329184" cy="329184"/>
          </a:xfrm>
          <a:prstGeom prst="ellipse">
            <a:avLst/>
          </a:prstGeom>
          <a:solidFill>
            <a:srgbClr val="9AB196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6246906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609948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99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down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655668" y="44805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2A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Post-it note, or a printable card.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011516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CDDBCA"/>
            </a:solidFill>
            <a:prstDash val="solid"/>
          </a:ln>
          <a:effectLst>
            <a:outerShdw sx="100000" sy="100000" kx="0" ky="0" algn="bl" rotWithShape="0" blurRad="127000" dist="38100" dir="5400000">
              <a:srgbClr val="799E81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9259672" y="3044952"/>
            <a:ext cx="749808" cy="749808"/>
          </a:xfrm>
          <a:prstGeom prst="ellipse">
            <a:avLst/>
          </a:prstGeom>
          <a:solidFill>
            <a:srgbClr val="799E81"/>
          </a:solidFill>
          <a:ln/>
        </p:spPr>
        <p:txBody>
          <a:bodyPr/>
          <a:p/>
        </p:txBody>
      </p:sp>
      <p:pic>
        <p:nvPicPr>
          <p:cNvPr id="24" name="Image 3" descr="icon_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976" y="3191256"/>
            <a:ext cx="457200" cy="4572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785634" y="3570915"/>
            <a:ext cx="329184" cy="329184"/>
          </a:xfrm>
          <a:prstGeom prst="ellipse">
            <a:avLst/>
          </a:prstGeom>
          <a:solidFill>
            <a:srgbClr val="9AB196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/>
          <p:nvPr/>
        </p:nvSpPr>
        <p:spPr>
          <a:xfrm>
            <a:off x="9785634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148676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99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 to the board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194396" y="44805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2A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dab of Blu Tack.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280160" y="58704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Post-it notes or the printable Small Win cards (see the downloads), plus a little Blu Tack.</a:t>
            </a:r>
            <a:endParaRPr lang="en-US" sz="1200" dirty="0"/>
          </a:p>
        </p:txBody>
      </p:sp>
      <p:pic>
        <p:nvPicPr>
          <p:cNvPr id="30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1051560"/>
            <a:ext cx="10820095" cy="4892040"/>
          </a:xfrm>
          <a:prstGeom prst="roundRect">
            <a:avLst>
              <a:gd name="adj" fmla="val 2617"/>
            </a:avLst>
          </a:prstGeom>
          <a:solidFill>
            <a:srgbClr val="FFFDF7"/>
          </a:solidFill>
          <a:ln/>
          <a:effectLst>
            <a:outerShdw sx="100000" sy="100000" kx="0" ky="0" algn="bl" rotWithShape="0" blurRad="228600" dist="76200" dir="5400000">
              <a:srgbClr val="799E81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4" name="Image 1" descr="scrapbook_tex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115568"/>
            <a:ext cx="10692079" cy="47640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85800" y="1051560"/>
            <a:ext cx="10820095" cy="4892040"/>
          </a:xfrm>
          <a:prstGeom prst="roundRect">
            <a:avLst>
              <a:gd name="adj" fmla="val 2617"/>
            </a:avLst>
          </a:prstGeom>
          <a:ln w="128016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 rot="-360000">
            <a:off x="2057400" y="850392"/>
            <a:ext cx="1371600" cy="384048"/>
          </a:xfrm>
          <a:prstGeom prst="rect">
            <a:avLst/>
          </a:prstGeom>
          <a:solidFill>
            <a:srgbClr val="9AB196"/>
          </a:solidFill>
          <a:ln/>
          <a:effectLst>
            <a:outerShdw sx="100000" sy="100000" kx="0" ky="0" algn="bl" rotWithShape="0" blurRad="50800" dist="12700" dir="54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 rot="300000">
            <a:off x="8762695" y="850392"/>
            <a:ext cx="1371600" cy="384048"/>
          </a:xfrm>
          <a:prstGeom prst="rect">
            <a:avLst/>
          </a:prstGeom>
          <a:solidFill>
            <a:srgbClr val="9AB196"/>
          </a:solidFill>
          <a:ln/>
          <a:effectLst>
            <a:outerShdw sx="100000" sy="100000" kx="0" ky="0" algn="bl" rotWithShape="0" blurRad="50800" dist="12700" dir="54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85800" y="1325880"/>
            <a:ext cx="108200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0" dirty="0">
                <a:solidFill>
                  <a:srgbClr val="799E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Small Wins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685800" y="20116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2A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for the whole form to see what we’re proud of.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0" y="6108192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C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a note here each time someone shares a small win. The board keeps growing all year.</a:t>
            </a:r>
            <a:endParaRPr lang="en-US" sz="1200" dirty="0"/>
          </a:p>
        </p:txBody>
      </p:sp>
      <p:pic>
        <p:nvPicPr>
          <p:cNvPr id="11" name="Image 2" descr="logo-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8C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The Pastoral 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Wins Board: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