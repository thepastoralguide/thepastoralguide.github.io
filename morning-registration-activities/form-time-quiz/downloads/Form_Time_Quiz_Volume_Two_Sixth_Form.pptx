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B6573"/>
                </a:solidFill>
                <a:latin typeface="Georgia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19336" y="1243584"/>
            <a:ext cx="2505327" cy="237744"/>
          </a:xfrm>
          <a:prstGeom prst="roundRect">
            <a:avLst>
              <a:gd name="adj" fmla="val 50000"/>
            </a:avLst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Calibri"/>
              </a:rPr>
              <a:t>VOLUME TWO  ·  SIXTH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Ten questions: six on thinking traps,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Calibri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Thinking traps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Six questions. Some are fact or myth, some give you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76122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7612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68730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After seeing a random 65, people guessed a higher share of UN countries were in Africa. What is this trap called?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48615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245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In a 1985 study, most people chose a ski trip they said they would enjoy less, because it had cost more.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A disease will kill 600 people. Told a plan “saves 200 people”, 72% chose it over a gamble. Told it means “400 people will die”, what share chose the gamble?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22%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78%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University students guessed their final-year project would take about 34 days. On average, how long did it actually take?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27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40 days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55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Researchers watched CCTV of 219 real arguments and fights in public in the UK, the Netherlands and South Africa. In how many did at least one bystander step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one in 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99536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half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3075432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98392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322320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404616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275584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About nine in 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746760"/>
            <a:ext cx="7772400" cy="190804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46760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039368"/>
            <a:ext cx="6309360" cy="13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Linda is 31, studied philosophy and cares deeply about discrimination. It is more likely that she is a bank teller and a feminist than that she is a bank teller.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75432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98392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8548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3075432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98392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368548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Four questions to finish. Some have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05256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05256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97864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Which country’s national flag is made of two triangles, one on top of the other?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557016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capital city of Turkey?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Istanbul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Ankara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Izmir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Which element has the atomic number 1?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official language of Brazil?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Spanish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Portuguese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French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After seeing a random 65, people guessed a higher share of UN countries were in Africa. What is this trap called?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Anchoring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The number came from a spinning wheel and meant nothing, but it still pulled guesses towards it: a typical guess was 45% after seeing 65, and 25% after seeing 10.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Tversky and Kahneman, Science, 1974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In a 1985 study, most people chose a ski trip they said they would enjoy less, because it had cost more.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33 of 61 people picked the $100 trip over the $50 one they preferred, because they did not want to waste money already spent. This is the sunk cost trap.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Arkes and Blumer, 1985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A disease will kill 600 people. Told a plan “saves 200 people”, 72% chose it over a gamble. Told it means “400 people will die”, what share chose the gamble?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C.  78%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Only the wording changed. Talking about deaths instead of lives saved flipped most people’s choice. This is called framing.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Tversky and Kahneman, Science, 1981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University students guessed their final-year project would take about 34 days. On average, how long did it actually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C.  55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Only about three in ten finished on time, and the average was longer than even their worst-case guess of 49 days. This is the planning fallacy.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18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Buehler, Griffin and Ross, 1994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Researchers watched CCTV of 219 real arguments and fights in public in the UK, the Netherlands and South Africa. In how many did at least one bystander step 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C.  About nine in 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Someone stepped in 91% of the time, and the more people there were, the more likely it was that someone helped.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19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Philpot et al., American Psychologist, 2019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Linda is 31, studied philosophy and cares deeply about discrimination. It is more likely that she is a bank teller and a feminist than that she is a bank teller.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Two things both being true can never be more likely than just one of them. Most people in the original study still picked the feminist bank teller.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20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Tversky and Kahneman, 1983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Which country’s national flag is made of two triangles, one on top of the other?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Nepal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It is the only national flag in the world that is not a rectangle.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capital city of Turkey?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Ankara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Not Istanbul, which is bigger. Ankara became the capital in 1923.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Which element has the atomic number 1?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Hydrogen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It is the lightest element and the most common one in the universe.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official language of Brazil?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Portuguese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Brazil was ruled by Portugal for more than 300 years, so it is the only country in South America where Portuguese is the main language.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VOLUME TWO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B6573"/>
                </a:solidFill>
                <a:latin typeface="Georgia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Volume Three is coming soon to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Form Time Quiz: Volume Two, Sixth form: the slides</dc:title>
  <dc:subject>A free form time quiz from The Pastoral Guide (thepastoralguide.com)</dc:subject>
  <dc:creator>The Pastoral Guide</dc:creator>
  <cp:keywords>form time quiz, tutor time quiz, thinking traps, Sixth form</cp:keywords>
  <dc:description/>
  <cp:lastModifiedBy>The Pastoral Guide</cp:lastModifiedBy>
  <cp:revision>1</cp:revision>
  <dcterms:created xsi:type="dcterms:W3CDTF">2026-10-05T09:00:00Z</dcterms:created>
  <dcterms:modified xsi:type="dcterms:W3CDTF">2026-10-05T09:00:00Z</dcterms:modified>
  <cp:category/>
</cp:coreProperties>
</file>