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Weekly Wonder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230368" y="1572768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7C8FA6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230368" y="157276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SIXTH FORM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97280" y="2084832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One open question, no right answer. Put it up, give it a minute of quiet, then see where the discussion goes.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34060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9" name="Image 1" descr="icon_won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216" y="3044952"/>
            <a:ext cx="749808" cy="7498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708178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2708178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07122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Show the question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116940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Pick any of the five slides and put it up. No introduction needed.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472788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5" name="Image 2" descr="icon_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944" y="3044952"/>
            <a:ext cx="749808" cy="74980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46906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6246906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09948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minute of quiet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4655668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Give it a minute of quiet before anyone speaks. The best answers are rarely the fastest ones.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011516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1" name="Image 3" descr="icon_commen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9672" y="3044952"/>
            <a:ext cx="749808" cy="749808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9785634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3" name="Text 17"/>
          <p:cNvSpPr/>
          <p:nvPr/>
        </p:nvSpPr>
        <p:spPr>
          <a:xfrm>
            <a:off x="9785634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8148676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Open it up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8194396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There is no correct answer, so every answer is worth hearing.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914400" y="5870448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nothing to prepare. Five questions are in this deck. The Sixth form set; two more sets are on the website.</a:t>
            </a:r>
            <a:endParaRPr lang="en-US" sz="1200" dirty="0"/>
          </a:p>
        </p:txBody>
      </p:sp>
      <p:pic>
        <p:nvPicPr>
          <p:cNvPr id="27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SIXTH FORM  ·  NO. 1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is the difference between being ready and being willing?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SIXTH FORM  ·  NO. 2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are you spending time on now that you will not miss?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SIXTH FORM  ·  NO. 3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Who decided what counts as a waste of time?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SIXTH FORM  ·  NO. 4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Is there such a thing as a decision you make entirely on your own?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SIXTH FORM  ·  NO. 5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would you do differently if nobody ever asked what you were planning to do next?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Wonder: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