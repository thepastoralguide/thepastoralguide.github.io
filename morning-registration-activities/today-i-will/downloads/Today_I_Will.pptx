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9184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3D78BA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3504"/>
            <a:ext cx="12191695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2F6FB5"/>
                </a:solidFill>
                <a:latin typeface="Georgia"/>
              </a:rPr>
              <a:t>Today I Will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5727" y="140817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3D7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35727" y="1490472"/>
            <a:ext cx="1920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00">
                <a:solidFill>
                  <a:srgbClr val="FFFDF7"/>
                </a:solidFill>
                <a:latin typeface="Calibri"/>
              </a:rPr>
              <a:t>VOLUME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56816"/>
            <a:ext cx="996696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2A5C93"/>
                </a:solidFill>
                <a:latin typeface="Calibri"/>
              </a:rPr>
              <a:t>Say one small thing you will do today. Tomorrow, somebody 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tw-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743200"/>
            <a:ext cx="713232" cy="71323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02052" y="3246120"/>
            <a:ext cx="310896" cy="310896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2052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F6FB5"/>
                </a:solidFill>
                <a:latin typeface="Calibri"/>
              </a:rPr>
              <a:t>A prompt goes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A5C93"/>
                </a:solidFill>
                <a:latin typeface="Calibri"/>
              </a:rPr>
              <a:t>One prompt on the board, showing what kind of promise today 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tw-prom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743200"/>
            <a:ext cx="713232" cy="7132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240779" y="3246120"/>
            <a:ext cx="310896" cy="310896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779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F6FB5"/>
                </a:solidFill>
                <a:latin typeface="Calibri"/>
              </a:rPr>
              <a:t>You say yours out 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A5C93"/>
                </a:solidFill>
                <a:latin typeface="Calibri"/>
              </a:rPr>
              <a:t>A few words is plenty. It has to be small enough to do by home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tw-b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743200"/>
            <a:ext cx="713232" cy="71323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9779508" y="3246120"/>
            <a:ext cx="310896" cy="310896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508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F6FB5"/>
                </a:solidFill>
                <a:latin typeface="Calibri"/>
              </a:rPr>
              <a:t>Tomorrow you get asked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A5C93"/>
                </a:solidFill>
                <a:latin typeface="Calibri"/>
              </a:rPr>
              <a:t>Two or three people say how yesterday went. “I didn’t” is a fine answer.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4956048"/>
            <a:ext cx="6153912" cy="1005840"/>
          </a:xfrm>
          <a:prstGeom prst="roundRect">
            <a:avLst>
              <a:gd name="adj" fmla="val 10909"/>
            </a:avLst>
          </a:prstGeom>
          <a:solidFill>
            <a:srgbClr val="3D7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029200"/>
            <a:ext cx="569671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DF7"/>
                </a:solidFill>
                <a:latin typeface="Georgia"/>
              </a:rPr>
              <a:t>“Today I will do something for somebody else.”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559552"/>
            <a:ext cx="569671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C4D9EE"/>
                </a:solidFill>
                <a:latin typeface="Calibri"/>
              </a:rPr>
              <a:t>The first of five prompts in these slides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7896BD"/>
                </a:solidFill>
                <a:latin typeface="Calibri"/>
              </a:rPr>
              <a:t>Needs: nothing to print. The five prompts are already here, one to a morning.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896BD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3D78BA"/>
                </a:solidFill>
                <a:latin typeface="Calibri"/>
              </a:rPr>
              <a:t>TODAY I WILL  ·  VOLUME ONE  ·  PROMPT 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240280"/>
            <a:ext cx="9354312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3D78BA"/>
                </a:solidFill>
                <a:latin typeface="Calibri"/>
              </a:rPr>
              <a:t>Today I will…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92927" y="2798064"/>
            <a:ext cx="1005840" cy="27432"/>
          </a:xfrm>
          <a:prstGeom prst="roundRect">
            <a:avLst>
              <a:gd name="adj" fmla="val 50000"/>
            </a:avLst>
          </a:prstGeom>
          <a:solidFill>
            <a:srgbClr val="C4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035808"/>
            <a:ext cx="9354312" cy="1417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2F6FB5"/>
                </a:solidFill>
                <a:latin typeface="Georgia"/>
              </a:rPr>
              <a:t>do something for somebody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A5C93"/>
                </a:solidFill>
                <a:latin typeface="Calibri"/>
              </a:rPr>
              <a:t>Small enough to be finished by home time. A few words is plenty.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896BD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3D78BA"/>
                </a:solidFill>
                <a:latin typeface="Calibri"/>
              </a:rPr>
              <a:t>TODAY I WILL  ·  VOLUME ONE  ·  PROMPT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240280"/>
            <a:ext cx="9354312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3D78BA"/>
                </a:solidFill>
                <a:latin typeface="Calibri"/>
              </a:rPr>
              <a:t>Today I will…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92927" y="2798064"/>
            <a:ext cx="1005840" cy="27432"/>
          </a:xfrm>
          <a:prstGeom prst="roundRect">
            <a:avLst>
              <a:gd name="adj" fmla="val 50000"/>
            </a:avLst>
          </a:prstGeom>
          <a:solidFill>
            <a:srgbClr val="C4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035808"/>
            <a:ext cx="9354312" cy="1417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2F6FB5"/>
                </a:solidFill>
                <a:latin typeface="Georgia"/>
              </a:rPr>
              <a:t>get something done that I have been putting 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A5C93"/>
                </a:solidFill>
                <a:latin typeface="Calibri"/>
              </a:rPr>
              <a:t>Small enough to be finished by home time. A few words is plenty.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896BD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3D78BA"/>
                </a:solidFill>
                <a:latin typeface="Calibri"/>
              </a:rPr>
              <a:t>TODAY I WILL  ·  VOLUME ONE  ·  PROMPT 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240280"/>
            <a:ext cx="9354312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3D78BA"/>
                </a:solidFill>
                <a:latin typeface="Calibri"/>
              </a:rPr>
              <a:t>Today I will…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92927" y="2798064"/>
            <a:ext cx="1005840" cy="27432"/>
          </a:xfrm>
          <a:prstGeom prst="roundRect">
            <a:avLst>
              <a:gd name="adj" fmla="val 50000"/>
            </a:avLst>
          </a:prstGeom>
          <a:solidFill>
            <a:srgbClr val="C4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035808"/>
            <a:ext cx="9354312" cy="1417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2F6FB5"/>
                </a:solidFill>
                <a:latin typeface="Georgia"/>
              </a:rPr>
              <a:t>speak to somebody I do not usually speak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A5C93"/>
                </a:solidFill>
                <a:latin typeface="Calibri"/>
              </a:rPr>
              <a:t>Small enough to be finished by home time. A few words is plenty.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896BD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3D78BA"/>
                </a:solidFill>
                <a:latin typeface="Calibri"/>
              </a:rPr>
              <a:t>TODAY I WILL  ·  VOLUME ONE  ·  PROMPT 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240280"/>
            <a:ext cx="9354312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3D78BA"/>
                </a:solidFill>
                <a:latin typeface="Calibri"/>
              </a:rPr>
              <a:t>Today I will…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92927" y="2798064"/>
            <a:ext cx="1005840" cy="27432"/>
          </a:xfrm>
          <a:prstGeom prst="roundRect">
            <a:avLst>
              <a:gd name="adj" fmla="val 50000"/>
            </a:avLst>
          </a:prstGeom>
          <a:solidFill>
            <a:srgbClr val="C4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035808"/>
            <a:ext cx="9354312" cy="1417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2F6FB5"/>
                </a:solidFill>
                <a:latin typeface="Georgia"/>
              </a:rPr>
              <a:t>do something I would normally not bother with.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A5C93"/>
                </a:solidFill>
                <a:latin typeface="Calibri"/>
              </a:rPr>
              <a:t>Small enough to be finished by home time. A few words is plenty.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896BD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3D78BA"/>
                </a:solidFill>
                <a:latin typeface="Calibri"/>
              </a:rPr>
              <a:t>TODAY I WILL  ·  VOLUME ONE  ·  PROMPT 5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240280"/>
            <a:ext cx="9354312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3D78BA"/>
                </a:solidFill>
                <a:latin typeface="Calibri"/>
              </a:rPr>
              <a:t>Today I will…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92927" y="2798064"/>
            <a:ext cx="1005840" cy="27432"/>
          </a:xfrm>
          <a:prstGeom prst="roundRect">
            <a:avLst>
              <a:gd name="adj" fmla="val 50000"/>
            </a:avLst>
          </a:prstGeom>
          <a:solidFill>
            <a:srgbClr val="C4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035808"/>
            <a:ext cx="9354312" cy="1417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2F6FB5"/>
                </a:solidFill>
                <a:latin typeface="Georgia"/>
              </a:rPr>
              <a:t>do one thing that makes tomorrow easier.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A5C93"/>
                </a:solidFill>
                <a:latin typeface="Calibri"/>
              </a:rPr>
              <a:t>Small enough to be finished by home time. A few words is plenty.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896BD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3D78BA"/>
                </a:solidFill>
                <a:latin typeface="Calibri"/>
              </a:rPr>
              <a:t>TODAY I WILL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"/>
            <a:ext cx="12191695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2F6FB5"/>
                </a:solidFill>
                <a:latin typeface="Georgia"/>
              </a:rPr>
              <a:t>Your prompt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7904"/>
            <a:ext cx="9966960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2A5C93"/>
                </a:solidFill>
                <a:latin typeface="Calibri"/>
              </a:rPr>
              <a:t>Five prompts in these slides, and five more in the resource pack.</a:t>
            </a:r>
            <a:br/>
            <a:r>
              <a:rPr sz="1700" b="0">
                <a:solidFill>
                  <a:srgbClr val="2A5C93"/>
                </a:solidFill>
                <a:latin typeface="Calibri"/>
              </a:rPr>
              <a:t>After those, they come from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tw-id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432304"/>
            <a:ext cx="713232" cy="7132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702052" y="2935224"/>
            <a:ext cx="310896" cy="310896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2052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F6FB5"/>
                </a:solidFill>
                <a:latin typeface="Calibri"/>
              </a:rPr>
              <a:t>Think of a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A5C93"/>
                </a:solidFill>
                <a:latin typeface="Calibri"/>
              </a:rPr>
              <a:t>Something you would be willing to answer yourself.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tw-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432304"/>
            <a:ext cx="713232" cy="7132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240779" y="2935224"/>
            <a:ext cx="310896" cy="310896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79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F6FB5"/>
                </a:solidFill>
                <a:latin typeface="Calibri"/>
              </a:rPr>
              <a:t>Keep it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A5C93"/>
                </a:solidFill>
                <a:latin typeface="Calibri"/>
              </a:rPr>
              <a:t>Something you can finish between registration and home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2F6FB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tw-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432304"/>
            <a:ext cx="713232" cy="71323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9779508" y="2935224"/>
            <a:ext cx="310896" cy="310896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9508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F6FB5"/>
                </a:solidFill>
                <a:latin typeface="Calibri"/>
              </a:rPr>
              <a:t>Bring it to your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A5C93"/>
                </a:solidFill>
                <a:latin typeface="Calibri"/>
              </a:rPr>
              <a:t>One of them goes up on the board the next morning.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2F6FB5"/>
                </a:solidFill>
                <a:latin typeface="Georgia"/>
              </a:rPr>
              <a:t>The best prompts are the ones you would find slightly difficult yourself.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7896BD"/>
                </a:solidFill>
                <a:latin typeface="Calibri"/>
              </a:rPr>
              <a:t>Needs: nothing new.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896BD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Today I Will: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