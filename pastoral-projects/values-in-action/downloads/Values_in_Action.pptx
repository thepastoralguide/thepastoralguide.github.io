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2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image" Target="../media/image-4-2.png"/><Relationship Id="rId7" Type="http://schemas.openxmlformats.org/officeDocument/2006/relationships/image" Target="../media/image-4-2.png"/><Relationship Id="rId8" Type="http://schemas.openxmlformats.org/officeDocument/2006/relationships/image" Target="../media/image-4-2.png"/><Relationship Id="rId9" Type="http://schemas.openxmlformats.org/officeDocument/2006/relationships/image" Target="../media/image-4-2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3017520"/>
            <a:ext cx="5120640" cy="5120640"/>
          </a:xfrm>
          <a:prstGeom prst="ellipse">
            <a:avLst/>
          </a:prstGeom>
          <a:solidFill>
            <a:srgbClr val="E4B49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692640" y="3931920"/>
            <a:ext cx="3291840" cy="32918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4" name="Image 0" descr="/home/claude/work/who-i-strive-to-be/build/icons/handshelping_terracot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4800600"/>
            <a:ext cx="1371600" cy="1371600"/>
          </a:xfrm>
          <a:prstGeom prst="rect">
            <a:avLst/>
          </a:prstGeom>
        </p:spPr>
      </p:pic>
      <p:pic>
        <p:nvPicPr>
          <p:cNvPr id="5" name="Image 1" descr="/home/claude/work/logo-assets/logo-icon-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466" y="502920"/>
            <a:ext cx="174282" cy="20116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58573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PASTORAL PROJECTS RESOURCE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2487168"/>
            <a:ext cx="9601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Values in Action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342900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D38055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A role model, two values, and a week of service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658368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 of 2  ·  one week of logging in between (adjust the length to fit your form)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we’ll cover today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 don’t just admire role models from a distance. We can act on what makes them worth admiring. That’s what this project is: naming it, then doing something about it, for a week.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94360" y="2514600"/>
            <a:ext cx="841248" cy="841248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8" name="Image 1" descr="/home/claude/work/who-i-strive-to-be/build/icons/hear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260" y="2716500"/>
            <a:ext cx="437449" cy="43744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09928" y="249631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Role models &amp; values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1709928" y="2825496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Choose someone you admire, and name two values that make them who they are.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94360" y="3502152"/>
            <a:ext cx="841248" cy="841248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12" name="Image 2" descr="/home/claude/work/who-i-strive-to-be/build/icons/tools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260" y="3704052"/>
            <a:ext cx="437449" cy="43744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709928" y="3483864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Two ways to act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1709928" y="3813048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small daily practice, or one lasting change you build. You choose which fits your values best.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94360" y="4489704"/>
            <a:ext cx="841248" cy="841248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16" name="Image 3" descr="/home/claude/work/who-i-strive-to-be/build/icons/clipboard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260" y="4691604"/>
            <a:ext cx="437449" cy="437449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09928" y="4471416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tracker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1709928" y="480060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Log what you did and how you’d prove it, every day for a week.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594360" y="5477256"/>
            <a:ext cx="841248" cy="841248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20" name="Image 4" descr="/home/claude/work/who-i-strive-to-be/build/icons/microphon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260" y="5679156"/>
            <a:ext cx="437449" cy="437449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09928" y="5458968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Presentation day</a:t>
            </a:r>
            <a:endParaRPr lang="en-US" sz="1700" dirty="0"/>
          </a:p>
        </p:txBody>
      </p:sp>
      <p:sp>
        <p:nvSpPr>
          <p:cNvPr id="22" name="Text 15"/>
          <p:cNvSpPr txBox="1"/>
          <p:nvPr/>
        </p:nvSpPr>
        <p:spPr>
          <a:xfrm>
            <a:off x="1709928" y="578815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two-minute presentation to the form: your role model, your values, and what you actually did.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ACTIVITY 1 · DO THIS NOW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94360" y="1417320"/>
            <a:ext cx="11002975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1051560" y="173736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Choose Your Role Model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313432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There’s no wrong answer here: family, a public figure, a friend, a character. Someone whose values you actually want to live by.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51560" y="2926080"/>
            <a:ext cx="365760" cy="36576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05156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880360"/>
            <a:ext cx="94484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Who is your role model, and how do you know them (personally, publicly, a book or film)?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051560" y="4416552"/>
            <a:ext cx="10088575" cy="0"/>
          </a:xfrm>
          <a:prstGeom prst="line">
            <a:avLst/>
          </a:prstGeom>
          <a:noFill/>
          <a:ln w="12700">
            <a:solidFill>
              <a:srgbClr val="F4E6D9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51560" y="4480560"/>
            <a:ext cx="365760" cy="36576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51560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4434840"/>
            <a:ext cx="94484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is it about them that you admire? Try to put it into words.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6355080"/>
            <a:ext cx="8259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Write this into your Project Planner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899855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NAMING WHAT YOU ADMIRE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Choose two values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Now pick the two that best describe them, or use your own word if none of these quite fit.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94360" y="242316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531620" y="260604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9" name="Image 1" descr="/home/claude/work/who-i-strive-to-be/build/icons/star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68" y="276148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Courage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291840" y="242316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4229100" y="260604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13" name="Image 2" descr="/home/claude/work/who-i-strive-to-be/build/icons/star_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76148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383280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Kindness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989320" y="242316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6926580" y="260604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17" name="Image 3" descr="/home/claude/work/who-i-strive-to-be/build/icons/star_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2028" y="2761488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080760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Honesty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8686800" y="242316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" name="Shape 14"/>
          <p:cNvSpPr/>
          <p:nvPr/>
        </p:nvSpPr>
        <p:spPr>
          <a:xfrm>
            <a:off x="9624060" y="260604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21" name="Image 4" descr="/home/claude/work/who-i-strive-to-be/build/icons/star_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9508" y="2761488"/>
            <a:ext cx="329184" cy="32918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778240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Resilience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594360" y="406908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Shape 17"/>
          <p:cNvSpPr/>
          <p:nvPr/>
        </p:nvSpPr>
        <p:spPr>
          <a:xfrm>
            <a:off x="1531620" y="425196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25" name="Image 5" descr="/home/claude/work/who-i-strive-to-be/build/icons/star_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7068" y="4407408"/>
            <a:ext cx="329184" cy="329184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85800" y="4983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Generosity</a:t>
            </a:r>
            <a:endParaRPr lang="en-US" sz="1500" dirty="0"/>
          </a:p>
        </p:txBody>
      </p:sp>
      <p:sp>
        <p:nvSpPr>
          <p:cNvPr id="27" name="Shape 19"/>
          <p:cNvSpPr/>
          <p:nvPr/>
        </p:nvSpPr>
        <p:spPr>
          <a:xfrm>
            <a:off x="3291840" y="406908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" name="Shape 20"/>
          <p:cNvSpPr/>
          <p:nvPr/>
        </p:nvSpPr>
        <p:spPr>
          <a:xfrm>
            <a:off x="4229100" y="425196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29" name="Image 6" descr="/home/claude/work/who-i-strive-to-be/build/icons/star_in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4548" y="440740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3383280" y="4983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Discipline</a:t>
            </a:r>
            <a:endParaRPr lang="en-US" sz="1500" dirty="0"/>
          </a:p>
        </p:txBody>
      </p:sp>
      <p:sp>
        <p:nvSpPr>
          <p:cNvPr id="31" name="Shape 22"/>
          <p:cNvSpPr/>
          <p:nvPr/>
        </p:nvSpPr>
        <p:spPr>
          <a:xfrm>
            <a:off x="5989320" y="406908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hape 23"/>
          <p:cNvSpPr/>
          <p:nvPr/>
        </p:nvSpPr>
        <p:spPr>
          <a:xfrm>
            <a:off x="6926580" y="425196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33" name="Image 7" descr="/home/claude/work/who-i-strive-to-be/build/icons/star_in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2028" y="4407408"/>
            <a:ext cx="329184" cy="329184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6080760" y="4983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Leadership</a:t>
            </a:r>
            <a:endParaRPr lang="en-US" sz="1500" dirty="0"/>
          </a:p>
        </p:txBody>
      </p:sp>
      <p:sp>
        <p:nvSpPr>
          <p:cNvPr id="35" name="Shape 25"/>
          <p:cNvSpPr/>
          <p:nvPr/>
        </p:nvSpPr>
        <p:spPr>
          <a:xfrm>
            <a:off x="8686800" y="406908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hape 26"/>
          <p:cNvSpPr/>
          <p:nvPr/>
        </p:nvSpPr>
        <p:spPr>
          <a:xfrm>
            <a:off x="9624060" y="425196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37" name="Image 8" descr="/home/claude/work/who-i-strive-to-be/build/icons/star_ink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79508" y="4407408"/>
            <a:ext cx="329184" cy="329184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8778240" y="4983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Gratitude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HOW YOU’LL ACT ON YOUR VALUES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Two ways to act on it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94360" y="19659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914400" y="2286000"/>
            <a:ext cx="822960" cy="82296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8" name="Image 1" descr="/home/claude/work/who-i-strive-to-be/build/icons/calendarcheck_terracot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910" y="2483510"/>
            <a:ext cx="427939" cy="42793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874520" y="23500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Daily Practice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960120" y="32461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small act tied to your values, repeated every day this week.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402336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Washing the dishes every evening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Writing a friend a positivity note each day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Cooking a meal for your family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172200" y="19659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6492240" y="2286000"/>
            <a:ext cx="822960" cy="82296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14" name="Image 2" descr="/home/claude/work/who-i-strive-to-be/build/icons/tools_terracot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750" y="2483510"/>
            <a:ext cx="427939" cy="42793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452360" y="23500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Lasting Change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6537960" y="32461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Something you build once, that keeps giving after this week ends.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6537960" y="402336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no-questions-asked stationery basket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class kindness noticeboard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lending shelf for revision guides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ACTIVITY 2 · DO THIS NOW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94360" y="1417320"/>
            <a:ext cx="11002975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1051560" y="173736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Commit Your Plan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313432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You’ve named your role model and their values. Now decide how you’ll actually act on them this week.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51560" y="2926080"/>
            <a:ext cx="365760" cy="36576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05156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880360"/>
            <a:ext cx="94484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Which track will you take: Daily Practice or Lasting Change?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051560" y="4416552"/>
            <a:ext cx="10088575" cy="0"/>
          </a:xfrm>
          <a:prstGeom prst="line">
            <a:avLst/>
          </a:prstGeom>
          <a:noFill/>
          <a:ln w="12700">
            <a:solidFill>
              <a:srgbClr val="F4E6D9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51560" y="4480560"/>
            <a:ext cx="365760" cy="36576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51560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4434840"/>
            <a:ext cx="94484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What, specifically, will you do this week? Be precise, not vague.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6355080"/>
            <a:ext cx="8259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Write this into your Project Planner, then start logging in your Tracker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899855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FROM TODAY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Introducing your Tracker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Every entry needs evidence, not just a tick: a sentence that shows what you actually did.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423160"/>
            <a:ext cx="1463040" cy="146304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8" name="Image 1" descr="/home/claude/work/who-i-strive-to-be/build/icons/calendarcheck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210" y="2774290"/>
            <a:ext cx="760781" cy="76078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31720" y="246888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Daily Practice: a day-by-day log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2331720" y="30175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One row per day. Write what you did and how you’d show it, a photo you took, an object, or something a witness could confirm.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178040" y="2423160"/>
            <a:ext cx="1463040" cy="146304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12" name="Image 2" descr="/home/claude/work/who-i-strive-to-be/build/icons/tools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9170" y="2774290"/>
            <a:ext cx="760781" cy="76078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869680" y="24688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Lasting Change: a milestone log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869680" y="301752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Log each stage instead: planned, built, launched, and the first response you got.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94360" y="4434840"/>
            <a:ext cx="11002975" cy="1325880"/>
          </a:xfrm>
          <a:prstGeom prst="roundRect">
            <a:avLst>
              <a:gd name="adj" fmla="val 6897"/>
            </a:avLst>
          </a:prstGeom>
          <a:solidFill>
            <a:srgbClr val="F4E6D9"/>
          </a:solidFill>
          <a:ln/>
        </p:spPr>
        <p:txBody>
          <a:bodyPr/>
          <a:p/>
        </p:txBody>
      </p:sp>
      <p:sp>
        <p:nvSpPr>
          <p:cNvPr id="16" name="Text 11"/>
          <p:cNvSpPr txBox="1"/>
          <p:nvPr/>
        </p:nvSpPr>
        <p:spPr>
          <a:xfrm>
            <a:off x="914400" y="4434840"/>
            <a:ext cx="9692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D38055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Bring your evidence itself (a photo, an object, a witness) to presentation day. The tracker is your written record, not the proof.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WHAT’S COMING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Presentation day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Two minutes, to the whole form. You build your own presentation, however you like: slides, cue cards, or just talking. Cover these five things: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94360" y="2514600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248156" y="2788920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9" name="Image 1" descr="/home/claude/work/who-i-strive-to-be/build/icons/useralt_terracot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94" y="2975458"/>
            <a:ext cx="404165" cy="4041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4088" y="374904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Role model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704088" y="4251960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Who, and why them.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807208" y="2514600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3461004" y="2788920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14" name="Image 2" descr="/home/claude/work/who-i-strive-to-be/build/icons/heart_terracot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42" y="2975458"/>
            <a:ext cx="404165" cy="40416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916936" y="374904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Values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2916936" y="4251960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two you chose.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5020056" y="2514600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8" name="Shape 13"/>
          <p:cNvSpPr/>
          <p:nvPr/>
        </p:nvSpPr>
        <p:spPr>
          <a:xfrm>
            <a:off x="5673852" y="2788920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19" name="Image 3" descr="/home/claude/work/who-i-strive-to-be/build/icons/handshelping_terracot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0390" y="2975458"/>
            <a:ext cx="404165" cy="40416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129784" y="374904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Service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5129784" y="4251960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you did, and your track.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232904" y="2514600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" name="Shape 17"/>
          <p:cNvSpPr/>
          <p:nvPr/>
        </p:nvSpPr>
        <p:spPr>
          <a:xfrm>
            <a:off x="7886700" y="2788920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24" name="Image 4" descr="/home/claude/work/who-i-strive-to-be/build/icons/camera_terracot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3238" y="2975458"/>
            <a:ext cx="404165" cy="404165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342632" y="374904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Evidence</a:t>
            </a:r>
            <a:endParaRPr lang="en-US" sz="1350" dirty="0"/>
          </a:p>
        </p:txBody>
      </p:sp>
      <p:sp>
        <p:nvSpPr>
          <p:cNvPr id="26" name="Text 19"/>
          <p:cNvSpPr txBox="1"/>
          <p:nvPr/>
        </p:nvSpPr>
        <p:spPr>
          <a:xfrm>
            <a:off x="7342632" y="4251960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Show it, don’t just describe it.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9445752" y="2514600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" name="Shape 21"/>
          <p:cNvSpPr/>
          <p:nvPr/>
        </p:nvSpPr>
        <p:spPr>
          <a:xfrm>
            <a:off x="10099548" y="2788920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29" name="Image 5" descr="/home/claude/work/who-i-strive-to-be/build/icons/lightbulb_terracott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6086" y="2975458"/>
            <a:ext cx="404165" cy="404165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9555480" y="374904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Reflection</a:t>
            </a:r>
            <a:endParaRPr lang="en-US" sz="1350" dirty="0"/>
          </a:p>
        </p:txBody>
      </p:sp>
      <p:sp>
        <p:nvSpPr>
          <p:cNvPr id="31" name="Text 23"/>
          <p:cNvSpPr txBox="1"/>
          <p:nvPr/>
        </p:nvSpPr>
        <p:spPr>
          <a:xfrm>
            <a:off x="9555480" y="4251960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it felt like, what’s next.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 · WRAP-UP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This week at a glance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1005840" y="3520440"/>
            <a:ext cx="10180015" cy="0"/>
          </a:xfrm>
          <a:prstGeom prst="line">
            <a:avLst/>
          </a:prstGeom>
          <a:noFill/>
          <a:ln w="25400">
            <a:solidFill>
              <a:srgbClr val="CE6936"/>
            </a:solidFill>
            <a:prstDash val="dash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1501102" y="3017520"/>
            <a:ext cx="1005840" cy="100584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8" name="Image 1" descr="/home/claude/work/who-i-strive-to-be/build/icons/hear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504" y="3258922"/>
            <a:ext cx="523037" cy="52303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416052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Today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4526280"/>
            <a:ext cx="25450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Role model, values, track and first log entry done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228986" y="3017520"/>
            <a:ext cx="1005840" cy="100584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12" name="Image 2" descr="/home/claude/work/who-i-strive-to-be/build/icons/clipboar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387" y="3258922"/>
            <a:ext cx="523037" cy="52303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459404" y="416052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Every day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459404" y="4526280"/>
            <a:ext cx="25450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Log what you did, with evidence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956870" y="3017520"/>
            <a:ext cx="1005840" cy="100584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16" name="Image 3" descr="/home/claude/work/who-i-strive-to-be/build/icons/tools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8271" y="3258922"/>
            <a:ext cx="523037" cy="52303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187288" y="416052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Whenever it’s due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187288" y="4526280"/>
            <a:ext cx="25450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Lasting Change: finish building or launching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9684753" y="3017520"/>
            <a:ext cx="1005840" cy="100584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20" name="Image 4" descr="/home/claude/work/who-i-strive-to-be/build/icons/microphon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6155" y="3258922"/>
            <a:ext cx="523037" cy="52303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915171" y="416052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Presentation day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8915171" y="4526280"/>
            <a:ext cx="25450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2: two minutes each, to the form</a:t>
            </a:r>
            <a:endParaRPr lang="en-US" sz="1150" dirty="0"/>
          </a:p>
        </p:txBody>
      </p:sp>
      <p:sp>
        <p:nvSpPr>
          <p:cNvPr id="23" name="Text 16"/>
          <p:cNvSpPr txBox="1"/>
          <p:nvPr/>
        </p:nvSpPr>
        <p:spPr>
          <a:xfrm>
            <a:off x="594360" y="608076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one-week window is the default here. Stretch it to fit your form’s timetable if a week doesn’t give the Lasting Change track enough room to land.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645920"/>
            <a:ext cx="5120640" cy="5120640"/>
          </a:xfrm>
          <a:prstGeom prst="ellipse">
            <a:avLst/>
          </a:prstGeom>
          <a:solidFill>
            <a:srgbClr val="E4B493"/>
          </a:solidFill>
          <a:ln/>
        </p:spPr>
        <p:txBody>
          <a:bodyPr/>
          <a:p/>
        </p:txBody>
      </p:sp>
      <p:pic>
        <p:nvPicPr>
          <p:cNvPr id="3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466" y="502920"/>
            <a:ext cx="174282" cy="2011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8573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4688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VALUES IN ACTION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83464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Presentation Day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2 of 2  ·  a week of Daily Practice or Lasting Change now behind you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HOUSEKEEPING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How today runs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94360" y="1993392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7" name="Image 1" descr="/home/claude/work/who-i-strive-to-be/build/icons/microphone_terracot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8" y="2179930"/>
            <a:ext cx="404165" cy="40416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194767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Two minutes each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1600200" y="2295144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To the whole form, no more and no less. A gentle time signal at 90 seconds helps.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94360" y="3017520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11" name="Image 2" descr="/home/claude/work/who-i-strive-to-be/build/icons/camera_terracot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3204058"/>
            <a:ext cx="404165" cy="40416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00200" y="29718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Bring your evidence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1600200" y="331927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actual photo, object, or thing you made, not just the tracker entry describing it.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94360" y="4041648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15" name="Image 3" descr="/home/claude/work/who-i-strive-to-be/build/icons/heart_terracot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4228186"/>
            <a:ext cx="404165" cy="40416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00200" y="39959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Everyone presents</a:t>
            </a:r>
            <a:endParaRPr lang="en-US" sz="1600" dirty="0"/>
          </a:p>
        </p:txBody>
      </p:sp>
      <p:sp>
        <p:nvSpPr>
          <p:cNvPr id="17" name="Text 11"/>
          <p:cNvSpPr txBox="1"/>
          <p:nvPr/>
        </p:nvSpPr>
        <p:spPr>
          <a:xfrm>
            <a:off x="1600200" y="434340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Both tracks are equally valid. A week of small acts is just as real as one lasting thing.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94360" y="5065776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19" name="Image 4" descr="/home/claude/work/who-i-strive-to-be/build/icons/star_terracot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8" y="5252314"/>
            <a:ext cx="404165" cy="40416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00200" y="502005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ranking, no awards</a:t>
            </a:r>
            <a:endParaRPr lang="en-US" sz="1600" dirty="0"/>
          </a:p>
        </p:txBody>
      </p:sp>
      <p:sp>
        <p:nvSpPr>
          <p:cNvPr id="21" name="Text 14"/>
          <p:cNvSpPr txBox="1"/>
          <p:nvPr/>
        </p:nvSpPr>
        <p:spPr>
          <a:xfrm>
            <a:off x="1600200" y="5367528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This project closes with everyone’s story heard, not a competition between them.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120640" cy="5120640"/>
          </a:xfrm>
          <a:prstGeom prst="ellipse">
            <a:avLst/>
          </a:prstGeom>
          <a:solidFill>
            <a:srgbClr val="E4B493"/>
          </a:solidFill>
          <a:ln/>
        </p:spPr>
        <p:txBody>
          <a:bodyPr/>
          <a:p/>
        </p:txBody>
      </p:sp>
      <p:pic>
        <p:nvPicPr>
          <p:cNvPr id="3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466" y="502920"/>
            <a:ext cx="174282" cy="2011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8573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651760"/>
            <a:ext cx="9784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Admiring someone is easy. Acting like them, even for a week, is the harder and better thing.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38055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Well done for following through on this, in your own way, all week.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2026-08-31T07:57:14Z</dcterms:created>
  <dcterms:modified xsi:type="dcterms:W3CDTF">2026-08-31T07:57:14Z</dcterms:modified>
</cp:coreProperties>
</file>