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5A44"/>
                </a:solidFill>
                <a:latin typeface="Georgia"/>
              </a:rPr>
              <a:t>The Form Time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57867" y="1243584"/>
            <a:ext cx="3028264" cy="237744"/>
          </a:xfrm>
          <a:prstGeom prst="roundRect">
            <a:avLst>
              <a:gd name="adj" fmla="val 50000"/>
            </a:avLst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CHRISTMAS EDITION  ·  YEAR 7 TO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Ten questions: four fact or myth, then three with options and three to write.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84832"/>
            <a:ext cx="658368" cy="658368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F5A44"/>
                </a:solidFill>
                <a:latin typeface="Georgia"/>
              </a:rPr>
              <a:t>Get into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Three or four to a team, with one answer sheet between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84832"/>
            <a:ext cx="658368" cy="658368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2199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F5A44"/>
                </a:solidFill>
                <a:latin typeface="Georgia"/>
              </a:rPr>
              <a:t>Answer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Each question goes up on the board. Agree an answer, then write it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84832"/>
            <a:ext cx="658368" cy="658368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2199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F5A44"/>
                </a:solidFill>
                <a:latin typeface="Georgia"/>
              </a:rPr>
              <a:t>Swap and 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Swap sheets with the team next to you, then the answers go up one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Calibri"/>
              </a:rPr>
              <a:t>Needs: one answer sheet per team, from the resource pack.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8281" y="914400"/>
            <a:ext cx="1207436" cy="237744"/>
          </a:xfrm>
          <a:prstGeom prst="roundRect">
            <a:avLst>
              <a:gd name="adj" fmla="val 50000"/>
            </a:avLst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F5A44"/>
                </a:solidFill>
                <a:latin typeface="Calibri"/>
              </a:rPr>
              <a:t>ROUND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Fact or myth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6D5CA"/>
                </a:solidFill>
                <a:latin typeface="Calibri"/>
              </a:rPr>
              <a:t>Four statements about Christmas. As a team, decide whether each one is a fact or a myth.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6D5CA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6D5CA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Catalonia, children hit a log with sticks on Christmas Eve until it poos out sweets.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Japan, fried chicken from KFC is a popular Christmas dinner.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Santa’s reindeer, with their big antlers, are probably all boys.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Hiding a glass pickle in the Christmas tree is an old German tradition.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2258" y="914400"/>
            <a:ext cx="1239483" cy="237744"/>
          </a:xfrm>
          <a:prstGeom prst="roundRect">
            <a:avLst>
              <a:gd name="adj" fmla="val 50000"/>
            </a:avLst>
          </a:prstGeom>
          <a:solidFill>
            <a:srgbClr val="E8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63A36"/>
                </a:solidFill>
                <a:latin typeface="Calibri"/>
              </a:rPr>
              <a:t>ROUND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Choose or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E8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E8C8C3"/>
                </a:solidFill>
                <a:latin typeface="Calibri"/>
              </a:rPr>
              <a:t>Six questions. The first three give you options, and the last three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8C8C3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8C8C3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Australia, which season is it at Christmas?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Winter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Summer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Autumn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Italy, who fills children’s stockings on the night of 5 January?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talking donkey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witch on a broomstick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snowman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Every year on Christmas Island, millions of which animal march to the sea?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227832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Penguins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03904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227832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Reindeer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03904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227832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Red crabs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China, which fruit is a popular present on Christmas Eve?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Which country gives Santa his own postcode, H0H 0H0?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05256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05256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97864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which country does Sinterklaas arrive every November on a steamboat from Spain?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557016"/>
            <a:ext cx="5212080" cy="27432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49462" y="914400"/>
            <a:ext cx="1045075" cy="237744"/>
          </a:xfrm>
          <a:prstGeom prst="roundRect">
            <a:avLst>
              <a:gd name="adj" fmla="val 50000"/>
            </a:avLst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F5A44"/>
                </a:solidFill>
                <a:latin typeface="Calibri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Swap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6D5CA"/>
                </a:solidFill>
                <a:latin typeface="Calibri"/>
              </a:rPr>
              <a:t>Swap with the team next to you. Give one mark for each right answer, then add up the score out of ten.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6D5CA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6D5CA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Catalonia, children hit a log with sticks on Christmas Eve until it poos out sweets.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log is called the Tió de Nadal. Families look after it from early December, keep it warm under a blanket, then hit it while singing a song on Christmas Eve.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Japan, fried chicken from KFC is a popular Christmas dinner.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It started with an advert in 1974 called “Kentucky for Christmas”. Christmas Eve is now KFC Japan’s busiest day of the year.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Santa’s reindeer, with their big antlers, are probably all boys.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Male reindeer usually drop their antlers in early winter, but females keep theirs until spring. So a reindeer with antlers at Christmas is most likely a girl.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Hiding a glass pickle in the Christmas tree is an old German tradition.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In a survey, 91 per cent of Germans had never heard of it. It most likely started in the USA in the late 1800s.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Australia, which season is it at Christmas?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B.  Summer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Australia is in the southern hemisphere, so December is the middle of summer. Lots of families have Christmas lunch outside, at a barbecue or on the beach.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Italy, who fills children’s stockings on the night of 5 January?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B.  A witch on a broomstick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She is called La Befana. She brings sweets to children who have been good and a lump of coal to those who have not.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Every year on Christmas Island, millions of which animal march to the sea?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C.  Red crabs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island was named on Christmas Day in 1643. Every year its red crabs leave the forest and cross roads and gardens to lay their eggs in the sea.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China, which fruit is a popular present on Christmas Eve?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An apple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In Chinese, Christmas Eve is “ping’an ye”, the peaceful night, and the word for apple is “pingguo”. The two sound alike, so apples are sold wrapped as gifts.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Which country gives Santa his own postcode, H0H 0H0?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Canada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Canada Post gets more than a million letters to Santa every year. Volunteers reply in the language each child wrote in, including braille.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which country does Sinterklaas arrive every November on a steamboat from Spain?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The Netherlands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Children leave out a shoe with a carrot for his horse. The main night for presents there is 5 December, not Christmas Day.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THE FORM TIME QUIZ  ·  CHRISTMAS EDITION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5A44"/>
                </a:solidFill>
                <a:latin typeface="Georgia"/>
              </a:rPr>
              <a:t>Scores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Hands up if you got ten. Then hands up if one of the answers surprised you, and tell us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More free quizzes and form time activities at thepastoralguide.com.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F8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63A36"/>
                </a:solidFill>
                <a:latin typeface="Calibri"/>
              </a:rPr>
              <a:t>FOR THE TEACHER  ·  ADD YOUR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133856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261872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46632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[ Type your own question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Add your own questions here: something from assembly, a date coming up, or a question about your own school.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Duplicate this slide for each one and drag it in after question 10. There are two spare rows on the answer sheet for them.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F8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63A36"/>
                </a:solidFill>
                <a:latin typeface="Calibri"/>
              </a:rPr>
              <a:t>FOR THE TEACHER  ·  ADD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[ Your question again, so the room remembers 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[ The answer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772400" cy="932688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932688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[ One line on why, if there is something worth knowing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Duplicate this slide for each of your own questions and drag it in after the answer to question 10.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