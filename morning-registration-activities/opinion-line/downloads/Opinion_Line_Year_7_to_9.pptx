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YEAR 7 TO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“Hard work matters more than talent.”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Hard work matters more than talent.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Everyone in a group project should get the same 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should always tell a friend the truth, even when it will upset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better to be liked than to be respected.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YEAR 7 TO 9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People can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on page 2 of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would agree, it will not split the room.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Opinion Line: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