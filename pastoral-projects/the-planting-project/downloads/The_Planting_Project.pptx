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ILXE4XobXKnKAXKRjrf/R50t+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4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.png"/><Relationship Id="rId6" Type="http://schemas.openxmlformats.org/officeDocument/2006/relationships/image" Target="../media/image4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3.png"/><Relationship Id="rId7" Type="http://schemas.openxmlformats.org/officeDocument/2006/relationships/image" Target="../media/image3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3.png"/><Relationship Id="rId9" Type="http://schemas.openxmlformats.org/officeDocument/2006/relationships/image" Target="../media/image8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Google Shape;18;p1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The Planting Project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97280" y="2880360"/>
            <a:ext cx="6949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Ten pairs. Ten herbs. A few weeks of growing and caring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,</a:t>
            </a: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 then a meal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you cook for your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families.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FORM ROOM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0268" y="320040"/>
            <a:ext cx="1003465" cy="1158270"/>
          </a:xfrm>
          <a:prstGeom prst="rect">
            <a:avLst/>
          </a:prstGeom>
        </p:spPr>
      </p:pic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7" name="Google Shape;27;p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What is the project?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pair will follow the same journey with their own herb: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2920" y="1600200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12648" y="1600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32" name="Google Shape;3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6596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1124712" y="160020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in pairs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2648" y="20208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0802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124712" y="202082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Research your assigned herb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2920" y="2441448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12648" y="24414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39" name="Google Shape;3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5008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124712" y="2441448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your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12648" y="28620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2" name="Google Shape;4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92150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124712" y="2862072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Care for your plant over the coming weeks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02920" y="3282696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12648" y="328269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46" name="Google Shape;4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34213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1124712" y="3282696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Monitor its progress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12648" y="3703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9" name="Google Shape;4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762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124712" y="370332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Harvest some leaves when it is ready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" y="4123944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12648" y="412394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53" name="Google Shape;53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418338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1124712" y="412394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to cook something for your family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58" name="Picture 5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1" name="Google Shape;61;p3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BIGGER PICTURE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Why are we doing this?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0408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art_forest.png" id="65" name="Google Shape;6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66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3"/>
          <p:cNvSpPr/>
          <p:nvPr/>
        </p:nvSpPr>
        <p:spPr>
          <a:xfrm>
            <a:off x="70408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Responsibility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408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after something that depends on you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49300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70" name="Google Shape;7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3"/>
          <p:cNvSpPr/>
          <p:nvPr/>
        </p:nvSpPr>
        <p:spPr>
          <a:xfrm>
            <a:off x="349300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Teamwork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49300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well with your partner, 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08076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8192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75" name="Google Shape;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050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628192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Patience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8192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Learn to care for something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70408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rbs_forest.png" id="80" name="Google Shape;8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266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70408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Where food comes from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0408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See how ingredients actually grow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29184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300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85" name="Google Shape;8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58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49300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Life skills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49300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Practise useful cooking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08076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28192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ome_forest.png" id="90" name="Google Shape;9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050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628192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For our families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28192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Do something thoughtful for the people at home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3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96" name="Picture 95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" name="Google Shape;99;p4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TEN HERBS, TEN PAIRS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Meet the herbs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457200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94867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3" name="Google Shape;10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4"/>
          <p:cNvSpPr/>
          <p:nvPr/>
        </p:nvSpPr>
        <p:spPr>
          <a:xfrm>
            <a:off x="530352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Italian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30352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Pesto &amp; pasta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136038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2673706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2209190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Thai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209190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Stir-fries &amp; noodles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14877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352544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3888029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Rosemary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8029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potatoes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93715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31382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566867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Peppermint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566867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Tea &amp; fresh salads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172554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7710221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/>
          <p:nvPr/>
        </p:nvSpPr>
        <p:spPr>
          <a:xfrm>
            <a:off x="7245706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Coriander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245706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Salsas &amp; curries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57200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994867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8" name="Google Shape;1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530352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Flat-leaf parsley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0352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Garnish &amp; tabbouleh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136038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2673706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3" name="Google Shape;1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2209190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Thyme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209190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chicken &amp; soup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814877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352544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8" name="Google Shape;13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3888029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Common chives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88029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Scrambled eggs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493715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031382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3" name="Google Shape;1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5566867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Oregano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566867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Pizza &amp; tomato sauce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7172554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710221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8" name="Google Shape;1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7245706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Dill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245706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Dill potatoes &amp; fish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4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54" name="Picture 15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7" name="Google Shape;157;p5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ORGANISED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Your team and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160" name="Google Shape;1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5448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502920" y="251460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Each pair is allocated one herb to look after for the whole project. You and your partner are responsible for it from seed to harvest.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502920" y="39776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You can even give your plant a name, if you like!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5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3474" y="1227014"/>
            <a:ext cx="4187650" cy="35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67" name="Picture 166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AF8F3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47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70" name="Google Shape;170;p6"/>
          <p:cNvGrpSpPr/>
          <p:nvPr/>
        </p:nvGrpSpPr>
        <p:grpSpPr>
          <a:xfrm>
            <a:off x="281450" y="195250"/>
            <a:ext cx="2590800" cy="2234100"/>
            <a:chOff x="281450" y="195250"/>
            <a:chExt cx="2590800" cy="2234100"/>
          </a:xfrm>
        </p:grpSpPr>
        <p:sp>
          <p:nvSpPr>
            <p:cNvPr id="171" name="Google Shape;171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73" name="Google Shape;173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6" name="Google Shape;176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7" name="Google Shape;177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8" name="Google Shape;178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9" name="Google Shape;179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0" name="Google Shape;180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1" name="Google Shape;181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2" name="Google Shape;182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83" name="Google Shape;183;p6"/>
          <p:cNvGrpSpPr/>
          <p:nvPr/>
        </p:nvGrpSpPr>
        <p:grpSpPr>
          <a:xfrm>
            <a:off x="3276600" y="195250"/>
            <a:ext cx="2590800" cy="2234100"/>
            <a:chOff x="281450" y="195250"/>
            <a:chExt cx="2590800" cy="2234100"/>
          </a:xfrm>
        </p:grpSpPr>
        <p:sp>
          <p:nvSpPr>
            <p:cNvPr id="184" name="Google Shape;184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9" name="Google Shape;189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0" name="Google Shape;190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1" name="Google Shape;191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2" name="Google Shape;192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3" name="Google Shape;193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4" name="Google Shape;194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6" name="Google Shape;196;p6"/>
          <p:cNvGrpSpPr/>
          <p:nvPr/>
        </p:nvGrpSpPr>
        <p:grpSpPr>
          <a:xfrm>
            <a:off x="6271750" y="195250"/>
            <a:ext cx="2590800" cy="2234100"/>
            <a:chOff x="281450" y="195250"/>
            <a:chExt cx="2590800" cy="2234100"/>
          </a:xfrm>
        </p:grpSpPr>
        <p:sp>
          <p:nvSpPr>
            <p:cNvPr id="197" name="Google Shape;197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99" name="Google Shape;19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0" name="Google Shape;200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2" name="Google Shape;202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4" name="Google Shape;204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5" name="Google Shape;205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6" name="Google Shape;206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7" name="Google Shape;207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8" name="Google Shape;208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09" name="Google Shape;209;p6"/>
          <p:cNvGrpSpPr/>
          <p:nvPr/>
        </p:nvGrpSpPr>
        <p:grpSpPr>
          <a:xfrm>
            <a:off x="6271750" y="2761225"/>
            <a:ext cx="2590800" cy="2234100"/>
            <a:chOff x="281450" y="195250"/>
            <a:chExt cx="2590800" cy="2234100"/>
          </a:xfrm>
        </p:grpSpPr>
        <p:sp>
          <p:nvSpPr>
            <p:cNvPr id="210" name="Google Shape;210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12" name="Google Shape;212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3" name="Google Shape;213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6" name="Google Shape;216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7" name="Google Shape;217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8" name="Google Shape;218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9" name="Google Shape;219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0" name="Google Shape;220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22" name="Google Shape;222;p6"/>
          <p:cNvGrpSpPr/>
          <p:nvPr/>
        </p:nvGrpSpPr>
        <p:grpSpPr>
          <a:xfrm>
            <a:off x="3276600" y="2761225"/>
            <a:ext cx="2590800" cy="2234100"/>
            <a:chOff x="281450" y="195250"/>
            <a:chExt cx="2590800" cy="2234100"/>
          </a:xfrm>
        </p:grpSpPr>
        <p:sp>
          <p:nvSpPr>
            <p:cNvPr id="223" name="Google Shape;223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25" name="Google Shape;22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8" name="Google Shape;228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9" name="Google Shape;229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0" name="Google Shape;230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1" name="Google Shape;231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2" name="Google Shape;232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4" name="Google Shape;234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35" name="Google Shape;235;p6"/>
          <p:cNvGrpSpPr/>
          <p:nvPr/>
        </p:nvGrpSpPr>
        <p:grpSpPr>
          <a:xfrm>
            <a:off x="281450" y="2761225"/>
            <a:ext cx="2590800" cy="2234100"/>
            <a:chOff x="281450" y="195250"/>
            <a:chExt cx="2590800" cy="2234100"/>
          </a:xfrm>
        </p:grpSpPr>
        <p:sp>
          <p:nvSpPr>
            <p:cNvPr id="236" name="Google Shape;236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38" name="Google Shape;238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3" name="Google Shape;243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4" name="Google Shape;244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5" name="Google Shape;245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6" name="Google Shape;246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7" name="Google Shape;247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9" name="TextBox 248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50" name="Picture 249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278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3" name="Google Shape;253;p7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Research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502920" y="11704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12648" y="1188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ruler_forest.png" id="257" name="Google Shape;2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48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1124712" y="1170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deep should the seeds be planted?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612648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7053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7"/>
          <p:cNvSpPr/>
          <p:nvPr/>
        </p:nvSpPr>
        <p:spPr>
          <a:xfrm>
            <a:off x="1124712" y="16276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much light does the plant need?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02920" y="20848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2648" y="2103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625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1124712" y="20848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often should it be watered?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12648" y="2560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lendar_forest.png" id="267" name="Google Shape;26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619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/>
          <p:nvPr/>
        </p:nvSpPr>
        <p:spPr>
          <a:xfrm>
            <a:off x="1124712" y="25420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About how long will the seeds take to germinate?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29992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7"/>
          <p:cNvSpPr/>
          <p:nvPr/>
        </p:nvSpPr>
        <p:spPr>
          <a:xfrm>
            <a:off x="612648" y="30175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271" name="Google Shape;27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0769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1124712" y="29992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Are there any special care requirements?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12648" y="3474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274" name="Google Shape;27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534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1124712" y="3456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kinds of meals is this herb commonly used in?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502920" y="4023360"/>
            <a:ext cx="8138160" cy="566928"/>
          </a:xfrm>
          <a:prstGeom prst="roundRect">
            <a:avLst>
              <a:gd fmla="val 12903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777240" y="4023360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Different herbs have different needs, so research your own plant. Don’t assume they all grow the same way!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6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81" name="Picture 280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05" descr="page_tex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84" name="Google Shape;284;p8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PLAN 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Make your planting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With your partner, agree on: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673352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12648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lipboard_forest.png" id="289" name="Google Shape;2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80594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8"/>
          <p:cNvSpPr/>
          <p:nvPr/>
        </p:nvSpPr>
        <p:spPr>
          <a:xfrm>
            <a:off x="1124712" y="1673352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you need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12648" y="231343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292" name="Google Shape;29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37286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/>
          <p:nvPr/>
        </p:nvSpPr>
        <p:spPr>
          <a:xfrm>
            <a:off x="1124712" y="2240280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plant the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502920" y="2807208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12648" y="28803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96" name="Google Shape;2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93979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124712" y="2807208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Where your pot should be kept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12648" y="34472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299" name="Google Shape;2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35067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/>
          <p:nvPr/>
        </p:nvSpPr>
        <p:spPr>
          <a:xfrm>
            <a:off x="1124712" y="3374136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share responsibility for watering and checking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02920" y="3941064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12648" y="401421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eck_forest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407365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124712" y="3941064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know whether your plant is healthy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7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08" name="Picture 307" descr="logo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342" descr="page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11" name="Google Shape;311;p9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Planting instructions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191006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191006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66928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Fill a labelled pot with compost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2564892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3298698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298698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674620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Moisten the compost lightly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672584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5406390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406390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4782312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several seeds at the right depth for your herb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780276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514082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7514082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90004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Cover the seeds, if required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57200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1191006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1191006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566928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Place the pot in a suitable location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564892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298698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3298698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2674620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Keep the compost gently moist, and don’t overwater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672584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5406390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5406390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782312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Record the planting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Tiny seeds? Sow them on or close to the surface, not buried deep.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8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45" name="Picture 344" descr="logo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37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48" name="Google Shape;348;p10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Caring for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12648" y="117957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2" name="Google Shape;3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3901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0"/>
          <p:cNvSpPr/>
          <p:nvPr/>
        </p:nvSpPr>
        <p:spPr>
          <a:xfrm>
            <a:off x="1124712" y="117043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Check whether the compost feels dry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612648" y="16184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6779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0"/>
          <p:cNvSpPr/>
          <p:nvPr/>
        </p:nvSpPr>
        <p:spPr>
          <a:xfrm>
            <a:off x="1124712" y="160934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Water carefully when needed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02920" y="2048256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12648" y="20574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359" name="Google Shape;3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168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0"/>
          <p:cNvSpPr/>
          <p:nvPr/>
        </p:nvSpPr>
        <p:spPr>
          <a:xfrm>
            <a:off x="1124712" y="2048256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Make sure the plant gets suitable light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612648" y="249631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362" name="Google Shape;362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5557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0"/>
          <p:cNvSpPr/>
          <p:nvPr/>
        </p:nvSpPr>
        <p:spPr>
          <a:xfrm>
            <a:off x="1124712" y="2487168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out for new shoots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02920" y="2926080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12648" y="29352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366" name="Google Shape;366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29946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/>
          <p:nvPr/>
        </p:nvSpPr>
        <p:spPr>
          <a:xfrm>
            <a:off x="1124712" y="2926080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Remove weaker seedlings if the pot gets overcrowded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612648" y="337413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369" name="Google Shape;369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43357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/>
          <p:nvPr/>
        </p:nvSpPr>
        <p:spPr>
          <a:xfrm>
            <a:off x="1124712" y="336499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Share responsibilities fairly with your partner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02920" y="3803904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612648" y="38130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373" name="Google Shape;37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38724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/>
          <p:nvPr/>
        </p:nvSpPr>
        <p:spPr>
          <a:xfrm>
            <a:off x="1124712" y="380390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Remember, some herbs grow much faster than others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9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TextBox 37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78" name="Picture 37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Picture 418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81" name="Google Shape;381;p11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KEEP A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Track its progress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week, log: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Germinated?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Height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Leaves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Problems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What we did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0292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1417320" y="210312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265176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3566160" y="210312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4617720" y="210312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6537960" y="210312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50292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1417320" y="2606040"/>
            <a:ext cx="12344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265176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3566160" y="2606040"/>
            <a:ext cx="1051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4617720" y="2606040"/>
            <a:ext cx="19202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6537960" y="2606040"/>
            <a:ext cx="2194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50292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1417320" y="310896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265176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3566160" y="310896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4617720" y="310896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6537960" y="310896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502920" y="3886200"/>
            <a:ext cx="8138160" cy="777240"/>
          </a:xfrm>
          <a:prstGeom prst="roundRect">
            <a:avLst>
              <a:gd fmla="val 94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5" name="Google Shape;415;p11"/>
          <p:cNvSpPr/>
          <p:nvPr/>
        </p:nvSpPr>
        <p:spPr>
          <a:xfrm>
            <a:off x="685800" y="40325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16" name="Google Shape;4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" y="4105656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1"/>
          <p:cNvSpPr/>
          <p:nvPr/>
        </p:nvSpPr>
        <p:spPr>
          <a:xfrm>
            <a:off x="1417320" y="3886200"/>
            <a:ext cx="7040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a photo each week and build a gallery of your herb’s journey from seed to harvest!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10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21" name="Picture 4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Picture 469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24" name="Google Shape;424;p1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BEST PART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The family cooking challenge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621792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428" name="Google Shape;4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28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097280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Cook for your family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621792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in a meal you prepare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3267456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3432048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433" name="Google Shape;43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91484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3907536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Choose wisely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3432048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Pick a dish that suits your herb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077712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6242304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38" name="Google Shape;43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1740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2"/>
          <p:cNvSpPr/>
          <p:nvPr/>
        </p:nvSpPr>
        <p:spPr>
          <a:xfrm>
            <a:off x="6717792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Wash first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6242304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Rinse the herb before using 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457200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621792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43" name="Google Shape;44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228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2"/>
          <p:cNvSpPr/>
          <p:nvPr/>
        </p:nvSpPr>
        <p:spPr>
          <a:xfrm>
            <a:off x="1097280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Harvest sensibly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21792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only enough so the plant keeps growing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3267456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2"/>
          <p:cNvSpPr/>
          <p:nvPr/>
        </p:nvSpPr>
        <p:spPr>
          <a:xfrm>
            <a:off x="3432048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448" name="Google Shape;4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1484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2"/>
          <p:cNvSpPr/>
          <p:nvPr/>
        </p:nvSpPr>
        <p:spPr>
          <a:xfrm>
            <a:off x="3907536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Get support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3432048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Ask an adult to help or supervise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077712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2" name="Google Shape;452;p12"/>
          <p:cNvSpPr/>
          <p:nvPr/>
        </p:nvSpPr>
        <p:spPr>
          <a:xfrm>
            <a:off x="6242304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53" name="Google Shape;45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01740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12"/>
          <p:cNvSpPr/>
          <p:nvPr/>
        </p:nvSpPr>
        <p:spPr>
          <a:xfrm>
            <a:off x="6717792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Capture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6242304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Photograph the finished dish as your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2"/>
          <p:cNvSpPr/>
          <p:nvPr/>
        </p:nvSpPr>
        <p:spPr>
          <a:xfrm>
            <a:off x="502920" y="3584448"/>
            <a:ext cx="8138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FEW IDEAS TO GET YOU STARTED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2"/>
          <p:cNvSpPr/>
          <p:nvPr/>
        </p:nvSpPr>
        <p:spPr>
          <a:xfrm>
            <a:off x="50292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0292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Basil pasta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326136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326136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Dill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2"/>
          <p:cNvSpPr/>
          <p:nvPr/>
        </p:nvSpPr>
        <p:spPr>
          <a:xfrm>
            <a:off x="601980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601980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Coriander noodles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0292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0292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Rosemary roast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326136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326136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Chive scrambled eggs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601980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8" name="Google Shape;468;p12"/>
          <p:cNvSpPr/>
          <p:nvPr/>
        </p:nvSpPr>
        <p:spPr>
          <a:xfrm>
            <a:off x="601980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Thai basil stir-fry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72" name="Picture 471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75" name="Google Shape;475;p13"/>
          <p:cNvSpPr/>
          <p:nvPr/>
        </p:nvSpPr>
        <p:spPr>
          <a:xfrm>
            <a:off x="457200" y="3657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Share &amp; reflect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When you’ve cooked your dish, share your photo and tell us: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502920" y="14356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0" name="Google Shape;4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4813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3"/>
          <p:cNvSpPr/>
          <p:nvPr/>
        </p:nvSpPr>
        <p:spPr>
          <a:xfrm>
            <a:off x="960120" y="14173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dish did you make?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502920" y="18928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3" name="Google Shape;4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938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3"/>
          <p:cNvSpPr/>
          <p:nvPr/>
        </p:nvSpPr>
        <p:spPr>
          <a:xfrm>
            <a:off x="960120" y="18745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did you use your herb?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502920" y="23500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6" name="Google Shape;4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3957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/>
          <p:nvPr/>
        </p:nvSpPr>
        <p:spPr>
          <a:xfrm>
            <a:off x="960120" y="23317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Who did you cook for?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502920" y="28072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9" name="Google Shape;4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8529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3"/>
          <p:cNvSpPr/>
          <p:nvPr/>
        </p:nvSpPr>
        <p:spPr>
          <a:xfrm>
            <a:off x="960120" y="27889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went well?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32644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92" name="Google Shape;4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13"/>
          <p:cNvSpPr/>
          <p:nvPr/>
        </p:nvSpPr>
        <p:spPr>
          <a:xfrm>
            <a:off x="960120" y="32461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did you learn about growing plants or cooking for others?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3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fmla="val 14706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5" name="Google Shape;495;p13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400"/>
              <a:buFont typeface="Cambria"/>
              <a:buNone/>
            </a:pPr>
            <a:r>
              <a:rPr b="1" i="1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Great teamwork, real responsibility, and something thoughtful for the people you love. Well done!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99" name="Picture 498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445" y="274320"/>
            <a:ext cx="633751" cy="731520"/>
          </a:xfrm>
          <a:prstGeom prst="rect">
            <a:avLst/>
          </a:prstGeom>
        </p:spPr>
      </p:pic>
      <p:pic>
        <p:nvPicPr>
          <p:cNvPr id="500" name="Picture 49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2026-08-24T02:58:55Z</dcterms:created>
  <dc:creator>PptxGenJS</dc:creator>
</cp:coreProperties>
</file>