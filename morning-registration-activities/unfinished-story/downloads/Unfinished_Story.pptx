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65760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60" kern="0" dirty="0">
                <a:solidFill>
                  <a:srgbClr val="3F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REGISTRATION ACTIVITIES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0" y="658368"/>
            <a:ext cx="1219169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0" dirty="0">
                <a:solidFill>
                  <a:srgbClr val="1F42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Unfinished Story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5138928" y="1572768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3F7D8C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138928" y="15727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ONE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2084832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i="1" dirty="0">
                <a:solidFill>
                  <a:srgbClr val="33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story in five weekly chapters. Each one ends on a choice with no clean answer, and the next chapter opens by revealing what actually happened.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934060" y="2788920"/>
            <a:ext cx="3246120" cy="2697480"/>
          </a:xfrm>
          <a:prstGeom prst="roundRect">
            <a:avLst>
              <a:gd name="adj" fmla="val 4068"/>
            </a:avLst>
          </a:prstGeom>
          <a:solidFill>
            <a:srgbClr val="FFFDF7"/>
          </a:solidFill>
          <a:ln w="12700">
            <a:solidFill>
              <a:srgbClr val="C3DBDE"/>
            </a:solidFill>
            <a:prstDash val="solid"/>
          </a:ln>
          <a:effectLst>
            <a:outerShdw sx="100000" sy="100000" kx="0" ky="0" algn="bl" rotWithShape="0" blurRad="127000" dist="38100" dir="5400000">
              <a:srgbClr val="2E4436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9" name="Image 1" descr="icon_rec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216" y="3044952"/>
            <a:ext cx="749808" cy="7498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708178" y="3570915"/>
            <a:ext cx="329184" cy="329184"/>
          </a:xfrm>
          <a:prstGeom prst="ellipse">
            <a:avLst/>
          </a:prstGeom>
          <a:solidFill>
            <a:srgbClr val="1F4247"/>
          </a:solidFill>
          <a:ln w="19050">
            <a:solidFill>
              <a:srgbClr val="FFFDF7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2708178" y="3570915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071220" y="39776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4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what happened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116940" y="448056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chapter two on, read what last week’s choice actually led to.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472788" y="2788920"/>
            <a:ext cx="3246120" cy="2697480"/>
          </a:xfrm>
          <a:prstGeom prst="roundRect">
            <a:avLst>
              <a:gd name="adj" fmla="val 4068"/>
            </a:avLst>
          </a:prstGeom>
          <a:solidFill>
            <a:srgbClr val="FFFDF7"/>
          </a:solidFill>
          <a:ln w="12700">
            <a:solidFill>
              <a:srgbClr val="C3DBDE"/>
            </a:solidFill>
            <a:prstDash val="solid"/>
          </a:ln>
          <a:effectLst>
            <a:outerShdw sx="100000" sy="100000" kx="0" ky="0" algn="bl" rotWithShape="0" blurRad="127000" dist="38100" dir="5400000">
              <a:srgbClr val="2E4436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5" name="Image 2" descr="icon_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0944" y="3044952"/>
            <a:ext cx="749808" cy="74980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246906" y="3570915"/>
            <a:ext cx="329184" cy="329184"/>
          </a:xfrm>
          <a:prstGeom prst="ellipse">
            <a:avLst/>
          </a:prstGeom>
          <a:solidFill>
            <a:srgbClr val="1F4247"/>
          </a:solidFill>
          <a:ln w="19050">
            <a:solidFill>
              <a:srgbClr val="FFFDF7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/>
          <p:nvPr/>
        </p:nvSpPr>
        <p:spPr>
          <a:xfrm>
            <a:off x="6246906" y="3570915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609948" y="39776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4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week’s chapter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4655668" y="448056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chapter a week, in order: a short scene ending on a new choice with no clean answer.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011516" y="2788920"/>
            <a:ext cx="3246120" cy="2697480"/>
          </a:xfrm>
          <a:prstGeom prst="roundRect">
            <a:avLst>
              <a:gd name="adj" fmla="val 4068"/>
            </a:avLst>
          </a:prstGeom>
          <a:solidFill>
            <a:srgbClr val="FFFDF7"/>
          </a:solidFill>
          <a:ln w="12700">
            <a:solidFill>
              <a:srgbClr val="C3DBDE"/>
            </a:solidFill>
            <a:prstDash val="solid"/>
          </a:ln>
          <a:effectLst>
            <a:outerShdw sx="100000" sy="100000" kx="0" ky="0" algn="bl" rotWithShape="0" blurRad="127000" dist="38100" dir="5400000">
              <a:srgbClr val="2E4436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1" name="Image 3" descr="icon_commen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9672" y="3044952"/>
            <a:ext cx="749808" cy="749808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9785634" y="3570915"/>
            <a:ext cx="329184" cy="329184"/>
          </a:xfrm>
          <a:prstGeom prst="ellipse">
            <a:avLst/>
          </a:prstGeom>
          <a:solidFill>
            <a:srgbClr val="1F4247"/>
          </a:solidFill>
          <a:ln w="19050">
            <a:solidFill>
              <a:srgbClr val="FFFDF7"/>
            </a:solidFill>
            <a:prstDash val="solid"/>
          </a:ln>
        </p:spPr>
        <p:txBody>
          <a:bodyPr/>
          <a:p/>
        </p:txBody>
      </p:sp>
      <p:sp>
        <p:nvSpPr>
          <p:cNvPr id="23" name="Text 17"/>
          <p:cNvSpPr/>
          <p:nvPr/>
        </p:nvSpPr>
        <p:spPr>
          <a:xfrm>
            <a:off x="9785634" y="3570915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8148676" y="39776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4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up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8194396" y="448056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land on a conclusion. The story continues either way.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914400" y="587044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FA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nothing to prepare. All five chapters are already loaded into this deck. This is Volume One; more will follow on the website.</a:t>
            </a:r>
            <a:endParaRPr lang="en-US" sz="1200" dirty="0"/>
          </a:p>
        </p:txBody>
      </p:sp>
      <p:pic>
        <p:nvPicPr>
          <p:cNvPr id="27" name="Image 4" descr="logo-m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419088"/>
            <a:ext cx="168707" cy="19476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FA0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Pastoral Guide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65760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60" kern="0" dirty="0">
                <a:solidFill>
                  <a:srgbClr val="3F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UNFINISHED STORY  ·  VOLUME ONE  ·  CHAPTER 1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0" y="621792"/>
            <a:ext cx="121916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0" dirty="0">
                <a:solidFill>
                  <a:srgbClr val="1F42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Bag at the Bus Stop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914400" y="1280160"/>
            <a:ext cx="10362895" cy="4709160"/>
          </a:xfrm>
          <a:prstGeom prst="roundRect">
            <a:avLst>
              <a:gd name="adj" fmla="val 3107"/>
            </a:avLst>
          </a:prstGeom>
          <a:solidFill>
            <a:srgbClr val="FFFDF7"/>
          </a:solidFill>
          <a:ln w="19050">
            <a:solidFill>
              <a:srgbClr val="C3DBDE"/>
            </a:solidFill>
            <a:prstDash val="solid"/>
          </a:ln>
          <a:effectLst>
            <a:outerShdw sx="100000" sy="100000" kx="0" ky="0" algn="bl" rotWithShape="0" blurRad="152400" dist="50800" dir="5400000">
              <a:srgbClr val="2E4436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17320" y="1737360"/>
            <a:ext cx="9357055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F42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the walk to school, Sam spots a bag left behind at the bus stop. Inside: a phone, a bit of cash, and a house key. Nobody else is around, and the next bus is already pulling in.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1417320" y="4773168"/>
            <a:ext cx="9357055" cy="0"/>
          </a:xfrm>
          <a:prstGeom prst="line">
            <a:avLst/>
          </a:prstGeom>
          <a:noFill/>
          <a:ln w="12700">
            <a:solidFill>
              <a:srgbClr val="C3DBDE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17320" y="4937760"/>
            <a:ext cx="93570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3F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Sam do?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0" y="6153912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3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right answer. What do you think?</a:t>
            </a:r>
            <a:endParaRPr lang="en-US" sz="1400" dirty="0"/>
          </a:p>
        </p:txBody>
      </p:sp>
      <p:pic>
        <p:nvPicPr>
          <p:cNvPr id="10" name="Image 1" descr="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19088"/>
            <a:ext cx="168707" cy="19476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FA0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Pastoral Guide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65760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60" kern="0" dirty="0">
                <a:solidFill>
                  <a:srgbClr val="3F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UNFINISHED STORY  ·  VOLUME ONE  ·  CHAPTER 2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0" y="621792"/>
            <a:ext cx="121916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0" dirty="0">
                <a:solidFill>
                  <a:srgbClr val="1F42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Assembly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914400" y="1280160"/>
            <a:ext cx="10362895" cy="4709160"/>
          </a:xfrm>
          <a:prstGeom prst="roundRect">
            <a:avLst>
              <a:gd name="adj" fmla="val 3107"/>
            </a:avLst>
          </a:prstGeom>
          <a:solidFill>
            <a:srgbClr val="FFFDF7"/>
          </a:solidFill>
          <a:ln w="19050">
            <a:solidFill>
              <a:srgbClr val="C3DBDE"/>
            </a:solidFill>
            <a:prstDash val="solid"/>
          </a:ln>
          <a:effectLst>
            <a:outerShdw sx="100000" sy="100000" kx="0" ky="0" algn="bl" rotWithShape="0" blurRad="152400" dist="50800" dir="5400000">
              <a:srgbClr val="2E4436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17320" y="1600200"/>
            <a:ext cx="93570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3F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FAR...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417320" y="1929384"/>
            <a:ext cx="935705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50" i="1" dirty="0">
                <a:solidFill>
                  <a:srgbClr val="33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handed the bag straight to the school office. Three days later, a girl named Priya came looking for it. It was hers, and the only photo she has of her nan was inside.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1417320" y="2980944"/>
            <a:ext cx="9357055" cy="0"/>
          </a:xfrm>
          <a:prstGeom prst="line">
            <a:avLst/>
          </a:prstGeom>
          <a:noFill/>
          <a:ln w="12700">
            <a:solidFill>
              <a:srgbClr val="C3DBDE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417320" y="3182112"/>
            <a:ext cx="9357055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F42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Priya wants to thank the finder in assembly, in front of everyone. Sam feels strange about the attention, and asks a friend not to say who it was. The friend thinks Sam deserves the credit, and tells a teacher anyway.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1417320" y="4773168"/>
            <a:ext cx="9357055" cy="0"/>
          </a:xfrm>
          <a:prstGeom prst="line">
            <a:avLst/>
          </a:prstGeom>
          <a:noFill/>
          <a:ln w="12700">
            <a:solidFill>
              <a:srgbClr val="C3DBDE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417320" y="4937760"/>
            <a:ext cx="93570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3F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friend right to tell, even though Sam didn’t want the attention?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0" y="6153912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3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right answer. What do you think?</a:t>
            </a:r>
            <a:endParaRPr lang="en-US" sz="1400" dirty="0"/>
          </a:p>
        </p:txBody>
      </p:sp>
      <p:pic>
        <p:nvPicPr>
          <p:cNvPr id="13" name="Image 1" descr="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19088"/>
            <a:ext cx="168707" cy="19476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FA0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Pastoral Guide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65760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60" kern="0" dirty="0">
                <a:solidFill>
                  <a:srgbClr val="3F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UNFINISHED STORY  ·  VOLUME ONE  ·  CHAPTER 3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0" y="621792"/>
            <a:ext cx="121916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0" dirty="0">
                <a:solidFill>
                  <a:srgbClr val="1F42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Empty Seat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914400" y="1280160"/>
            <a:ext cx="10362895" cy="4709160"/>
          </a:xfrm>
          <a:prstGeom prst="roundRect">
            <a:avLst>
              <a:gd name="adj" fmla="val 3107"/>
            </a:avLst>
          </a:prstGeom>
          <a:solidFill>
            <a:srgbClr val="FFFDF7"/>
          </a:solidFill>
          <a:ln w="19050">
            <a:solidFill>
              <a:srgbClr val="C3DBDE"/>
            </a:solidFill>
            <a:prstDash val="solid"/>
          </a:ln>
          <a:effectLst>
            <a:outerShdw sx="100000" sy="100000" kx="0" ky="0" algn="bl" rotWithShape="0" blurRad="152400" dist="50800" dir="5400000">
              <a:srgbClr val="2E4436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17320" y="1600200"/>
            <a:ext cx="93570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3F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FAR...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417320" y="1929384"/>
            <a:ext cx="935705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50" i="1" dirty="0">
                <a:solidFill>
                  <a:srgbClr val="33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mentioned it at the end of registration, one sentence, not a whole assembly moment. Sam went red, but it passed quickly.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1417320" y="2980944"/>
            <a:ext cx="9357055" cy="0"/>
          </a:xfrm>
          <a:prstGeom prst="line">
            <a:avLst/>
          </a:prstGeom>
          <a:noFill/>
          <a:ln w="12700">
            <a:solidFill>
              <a:srgbClr val="C3DBDE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417320" y="3182112"/>
            <a:ext cx="9357055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F42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few weeks later, Sam notices someone being quietly left out. Not bullied exactly, just never asked to sit with the group at lunch, week after week.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1417320" y="4773168"/>
            <a:ext cx="9357055" cy="0"/>
          </a:xfrm>
          <a:prstGeom prst="line">
            <a:avLst/>
          </a:prstGeom>
          <a:noFill/>
          <a:ln w="12700">
            <a:solidFill>
              <a:srgbClr val="C3DBDE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417320" y="4937760"/>
            <a:ext cx="93570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3F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doing nothing about something like this the same as taking a side?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0" y="6153912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3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right answer. What do you think?</a:t>
            </a:r>
            <a:endParaRPr lang="en-US" sz="1400" dirty="0"/>
          </a:p>
        </p:txBody>
      </p:sp>
      <p:pic>
        <p:nvPicPr>
          <p:cNvPr id="13" name="Image 1" descr="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19088"/>
            <a:ext cx="168707" cy="19476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FA0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Pastoral Guide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65760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60" kern="0" dirty="0">
                <a:solidFill>
                  <a:srgbClr val="3F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UNFINISHED STORY  ·  VOLUME ONE  ·  CHAPTER 4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0" y="621792"/>
            <a:ext cx="121916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0" dirty="0">
                <a:solidFill>
                  <a:srgbClr val="1F42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Sam Heard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914400" y="1280160"/>
            <a:ext cx="10362895" cy="4709160"/>
          </a:xfrm>
          <a:prstGeom prst="roundRect">
            <a:avLst>
              <a:gd name="adj" fmla="val 3107"/>
            </a:avLst>
          </a:prstGeom>
          <a:solidFill>
            <a:srgbClr val="FFFDF7"/>
          </a:solidFill>
          <a:ln w="19050">
            <a:solidFill>
              <a:srgbClr val="C3DBDE"/>
            </a:solidFill>
            <a:prstDash val="solid"/>
          </a:ln>
          <a:effectLst>
            <a:outerShdw sx="100000" sy="100000" kx="0" ky="0" algn="bl" rotWithShape="0" blurRad="152400" dist="50800" dir="5400000">
              <a:srgbClr val="2E4436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17320" y="1600200"/>
            <a:ext cx="93570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3F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FAR...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417320" y="1929384"/>
            <a:ext cx="935705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50" i="1" dirty="0">
                <a:solidFill>
                  <a:srgbClr val="33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started sitting with them sometimes, without making it a whole thing.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1417320" y="2980944"/>
            <a:ext cx="9357055" cy="0"/>
          </a:xfrm>
          <a:prstGeom prst="line">
            <a:avLst/>
          </a:prstGeom>
          <a:noFill/>
          <a:ln w="12700">
            <a:solidFill>
              <a:srgbClr val="C3DBDE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417320" y="3182112"/>
            <a:ext cx="9357055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F42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Sam finds out, from someone else, that this person had said something unkind about Sam, months before any of this started.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1417320" y="4773168"/>
            <a:ext cx="9357055" cy="0"/>
          </a:xfrm>
          <a:prstGeom prst="line">
            <a:avLst/>
          </a:prstGeom>
          <a:noFill/>
          <a:ln w="12700">
            <a:solidFill>
              <a:srgbClr val="C3DBDE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417320" y="4937760"/>
            <a:ext cx="93570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3F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knowing that change what Sam should do now?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0" y="6153912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3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right answer. What do you think?</a:t>
            </a:r>
            <a:endParaRPr lang="en-US" sz="1400" dirty="0"/>
          </a:p>
        </p:txBody>
      </p:sp>
      <p:pic>
        <p:nvPicPr>
          <p:cNvPr id="13" name="Image 1" descr="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19088"/>
            <a:ext cx="168707" cy="19476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FA0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Pastoral Guide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65760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60" kern="0" dirty="0">
                <a:solidFill>
                  <a:srgbClr val="3F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UNFINISHED STORY  ·  VOLUME ONE  ·  CHAPTER 5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0" y="621792"/>
            <a:ext cx="121916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0" dirty="0">
                <a:solidFill>
                  <a:srgbClr val="1F42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Things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914400" y="1280160"/>
            <a:ext cx="10362895" cy="4709160"/>
          </a:xfrm>
          <a:prstGeom prst="roundRect">
            <a:avLst>
              <a:gd name="adj" fmla="val 3107"/>
            </a:avLst>
          </a:prstGeom>
          <a:solidFill>
            <a:srgbClr val="FFFDF7"/>
          </a:solidFill>
          <a:ln w="19050">
            <a:solidFill>
              <a:srgbClr val="C3DBDE"/>
            </a:solidFill>
            <a:prstDash val="solid"/>
          </a:ln>
          <a:effectLst>
            <a:outerShdw sx="100000" sy="100000" kx="0" ky="0" algn="bl" rotWithShape="0" blurRad="152400" dist="50800" dir="5400000">
              <a:srgbClr val="2E4436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17320" y="1600200"/>
            <a:ext cx="93570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3F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FAR...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417320" y="1929384"/>
            <a:ext cx="935705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50" i="1" dirty="0">
                <a:solidFill>
                  <a:srgbClr val="33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kept sitting there anyway. It felt strange for about a week, and then it just felt normal.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1417320" y="2980944"/>
            <a:ext cx="9357055" cy="0"/>
          </a:xfrm>
          <a:prstGeom prst="line">
            <a:avLst/>
          </a:prstGeom>
          <a:noFill/>
          <a:ln w="12700">
            <a:solidFill>
              <a:srgbClr val="C3DBDE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417320" y="3182112"/>
            <a:ext cx="9357055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F42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term, the two of them were just friends. Nobody made a big deal of it. Nobody even really noticed when it happened.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1417320" y="4773168"/>
            <a:ext cx="9357055" cy="0"/>
          </a:xfrm>
          <a:prstGeom prst="line">
            <a:avLst/>
          </a:prstGeom>
          <a:noFill/>
          <a:ln w="12700">
            <a:solidFill>
              <a:srgbClr val="C3DBDE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417320" y="4937760"/>
            <a:ext cx="93570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3F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small choices like Sam’s actually add up to anything?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0" y="6153912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3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right answer. What do you think?</a:t>
            </a:r>
            <a:endParaRPr lang="en-US" sz="1400" dirty="0"/>
          </a:p>
        </p:txBody>
      </p:sp>
      <p:pic>
        <p:nvPicPr>
          <p:cNvPr id="13" name="Image 1" descr="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19088"/>
            <a:ext cx="168707" cy="19476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FA0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Pastoral Guide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The Pastoral Guide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Unfinished Story: the slides</dc:title>
  <dc:subject>A free pastoral resource for form tutors, from The Pastoral Guide, thepastoralguide.com</dc:subject>
  <dc:creator>The Pastoral Guide</dc:creator>
  <cp:keywords>form time, tutor time, pastoral, PSHE, secondary, free</cp:keywords>
  <dc:description>A free pastoral resource for form tutors, from The Pastoral Guide, thepastoralguide.com</dc:description>
  <cp:lastModifiedBy>The Pastoral Guide</cp:lastModifiedBy>
  <cp:revision>1</cp:revision>
  <dcterms:created xsi:type="dcterms:W3CDTF">2026-09-14T05:55:02Z</dcterms:created>
  <dcterms:modified xsi:type="dcterms:W3CDTF">2026-09-14T05:55:02Z</dcterms:modified>
  <cp:category>Pastoral resources</cp:category>
</cp:coreProperties>
</file>