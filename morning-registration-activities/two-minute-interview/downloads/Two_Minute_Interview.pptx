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tex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384048"/>
            <a:ext cx="121916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9E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REGISTRATION ACTIVITIES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0" y="658368"/>
            <a:ext cx="1219169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0" dirty="0">
                <a:solidFill>
                  <a:srgbClr val="5C2E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Two-Minute Interview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1097280" y="1481328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7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up. Ask one question. Really listen for a minute. Then swap.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934060" y="2212848"/>
            <a:ext cx="3246120" cy="2468880"/>
          </a:xfrm>
          <a:prstGeom prst="roundRect">
            <a:avLst>
              <a:gd name="adj" fmla="val 4444"/>
            </a:avLst>
          </a:prstGeom>
          <a:solidFill>
            <a:srgbClr val="FFFDF7"/>
          </a:solidFill>
          <a:ln w="12700">
            <a:solidFill>
              <a:srgbClr val="DFC3C7"/>
            </a:solidFill>
            <a:prstDash val="solid"/>
          </a:ln>
          <a:effectLst>
            <a:outerShdw sx="100000" sy="100000" kx="0" ky="0" algn="bl" rotWithShape="0" blurRad="127000" dist="38100" dir="5400000">
              <a:srgbClr val="2E4436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7" name="Image 1" descr="icon_pai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0504" y="2450592"/>
            <a:ext cx="713232" cy="71323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702326" y="2952415"/>
            <a:ext cx="310896" cy="310896"/>
          </a:xfrm>
          <a:prstGeom prst="ellipse">
            <a:avLst/>
          </a:prstGeom>
          <a:solidFill>
            <a:srgbClr val="5C2E36"/>
          </a:solidFill>
          <a:ln w="19050">
            <a:solidFill>
              <a:srgbClr val="FFFDF7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/>
          <p:nvPr/>
        </p:nvSpPr>
        <p:spPr>
          <a:xfrm>
            <a:off x="2702326" y="2952415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1071220" y="32918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C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partner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116940" y="3749040"/>
            <a:ext cx="2880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nearby. No need to plan pairs ahead of time.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4472788" y="2212848"/>
            <a:ext cx="3246120" cy="2468880"/>
          </a:xfrm>
          <a:prstGeom prst="roundRect">
            <a:avLst>
              <a:gd name="adj" fmla="val 4444"/>
            </a:avLst>
          </a:prstGeom>
          <a:solidFill>
            <a:srgbClr val="FFFDF7"/>
          </a:solidFill>
          <a:ln w="12700">
            <a:solidFill>
              <a:srgbClr val="DFC3C7"/>
            </a:solidFill>
            <a:prstDash val="solid"/>
          </a:ln>
          <a:effectLst>
            <a:outerShdw sx="100000" sy="100000" kx="0" ky="0" algn="bl" rotWithShape="0" blurRad="127000" dist="38100" dir="5400000">
              <a:srgbClr val="2E4436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3" name="Image 2" descr="icon_clo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9232" y="2450592"/>
            <a:ext cx="713232" cy="713232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6241054" y="2952415"/>
            <a:ext cx="310896" cy="310896"/>
          </a:xfrm>
          <a:prstGeom prst="ellipse">
            <a:avLst/>
          </a:prstGeom>
          <a:solidFill>
            <a:srgbClr val="5C2E36"/>
          </a:solidFill>
          <a:ln w="19050">
            <a:solidFill>
              <a:srgbClr val="FFFDF7"/>
            </a:solidFill>
            <a:prstDash val="solid"/>
          </a:ln>
        </p:spPr>
        <p:txBody>
          <a:bodyPr/>
          <a:p/>
        </p:txBody>
      </p:sp>
      <p:sp>
        <p:nvSpPr>
          <p:cNvPr id="15" name="Text 10"/>
          <p:cNvSpPr/>
          <p:nvPr/>
        </p:nvSpPr>
        <p:spPr>
          <a:xfrm>
            <a:off x="6241054" y="2952415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4609948" y="32918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C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Ask, then listen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4655668" y="3749040"/>
            <a:ext cx="2880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card from the set. One question, one full minute of listening.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8011516" y="2212848"/>
            <a:ext cx="3246120" cy="2468880"/>
          </a:xfrm>
          <a:prstGeom prst="roundRect">
            <a:avLst>
              <a:gd name="adj" fmla="val 4444"/>
            </a:avLst>
          </a:prstGeom>
          <a:solidFill>
            <a:srgbClr val="FFFDF7"/>
          </a:solidFill>
          <a:ln w="12700">
            <a:solidFill>
              <a:srgbClr val="DFC3C7"/>
            </a:solidFill>
            <a:prstDash val="solid"/>
          </a:ln>
          <a:effectLst>
            <a:outerShdw sx="100000" sy="100000" kx="0" ky="0" algn="bl" rotWithShape="0" blurRad="127000" dist="38100" dir="5400000">
              <a:srgbClr val="2E4436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9" name="Image 3" descr="icon_swa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7960" y="2450592"/>
            <a:ext cx="713232" cy="713232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9779782" y="2952415"/>
            <a:ext cx="310896" cy="310896"/>
          </a:xfrm>
          <a:prstGeom prst="ellipse">
            <a:avLst/>
          </a:prstGeom>
          <a:solidFill>
            <a:srgbClr val="5C2E36"/>
          </a:solidFill>
          <a:ln w="19050">
            <a:solidFill>
              <a:srgbClr val="FFFDF7"/>
            </a:solidFill>
            <a:prstDash val="solid"/>
          </a:ln>
        </p:spPr>
        <p:txBody>
          <a:bodyPr/>
          <a:p/>
        </p:txBody>
      </p:sp>
      <p:sp>
        <p:nvSpPr>
          <p:cNvPr id="21" name="Text 15"/>
          <p:cNvSpPr/>
          <p:nvPr/>
        </p:nvSpPr>
        <p:spPr>
          <a:xfrm>
            <a:off x="9779782" y="2952415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8148676" y="32918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C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8194396" y="3749040"/>
            <a:ext cx="2880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partner asks you the same question back.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3566160" y="4892040"/>
            <a:ext cx="5056632" cy="1051560"/>
          </a:xfrm>
          <a:prstGeom prst="roundRect">
            <a:avLst>
              <a:gd name="adj" fmla="val 8696"/>
            </a:avLst>
          </a:prstGeom>
          <a:solidFill>
            <a:srgbClr val="9E6169"/>
          </a:solidFill>
          <a:ln/>
        </p:spPr>
        <p:txBody>
          <a:bodyPr/>
          <a:p/>
        </p:txBody>
      </p:sp>
      <p:sp>
        <p:nvSpPr>
          <p:cNvPr id="25" name="Text 19"/>
          <p:cNvSpPr/>
          <p:nvPr/>
        </p:nvSpPr>
        <p:spPr>
          <a:xfrm>
            <a:off x="3794760" y="4956048"/>
            <a:ext cx="45994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FFFD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“What’s something you’ve got better at this year?”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3794760" y="5504688"/>
            <a:ext cx="4599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DF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twelve cards in the resource pack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914400" y="6053328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98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Needs: the printed cards (cut out once, reuse all year). Nothing else to prepare.</a:t>
            </a:r>
            <a:endParaRPr lang="en-US" sz="1200" dirty="0"/>
          </a:p>
        </p:txBody>
      </p:sp>
      <p:pic>
        <p:nvPicPr>
          <p:cNvPr id="28" name="Image 4" descr="logo-mar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6419088"/>
            <a:ext cx="168707" cy="194767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667512" y="641908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A980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Pastoral Guide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The Pastoral Guide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Two-Minute Interview: the slides</dc:title>
  <dc:subject>A free pastoral resource for form tutors, from The Pastoral Guide, thepastoralguide.com</dc:subject>
  <dc:creator>The Pastoral Guide</dc:creator>
  <cp:keywords>form time, tutor time, pastoral, PSHE, secondary, free</cp:keywords>
  <dc:description>A free pastoral resource for form tutors, from The Pastoral Guide, thepastoralguide.com</dc:description>
  <cp:lastModifiedBy>The Pastoral Guide</cp:lastModifiedBy>
  <cp:revision>1</cp:revision>
  <dcterms:created xsi:type="dcterms:W3CDTF">2026-09-14T05:55:02Z</dcterms:created>
  <dcterms:modified xsi:type="dcterms:W3CDTF">2026-09-14T05:55:02Z</dcterms:modified>
  <cp:category>Pastoral resources</cp:category>
</cp:coreProperties>
</file>