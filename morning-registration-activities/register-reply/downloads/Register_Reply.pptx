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29184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8E6398"/>
                </a:solidFill>
                <a:latin typeface="Calibri"/>
              </a:rPr>
              <a:t>MORNING REGISTRATION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03504"/>
            <a:ext cx="12191695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>
                <a:solidFill>
                  <a:srgbClr val="82558B"/>
                </a:solidFill>
                <a:latin typeface="Georgia"/>
              </a:rPr>
              <a:t>The Register Reply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35727" y="1408176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8E6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35727" y="1490472"/>
            <a:ext cx="192024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100">
                <a:solidFill>
                  <a:srgbClr val="FFFDF7"/>
                </a:solidFill>
                <a:latin typeface="Calibri"/>
              </a:rPr>
              <a:t>VOLUME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56816"/>
            <a:ext cx="9966960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>
                <a:solidFill>
                  <a:srgbClr val="6F4A78"/>
                </a:solidFill>
                <a:latin typeface="Calibri"/>
              </a:rPr>
              <a:t>When your name is called, answer the question on the board instead of saying “here”.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523744"/>
            <a:ext cx="3246120" cy="22402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82558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32" y="2743200"/>
            <a:ext cx="713232" cy="713232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702052" y="3246120"/>
            <a:ext cx="310896" cy="310896"/>
          </a:xfrm>
          <a:prstGeom prst="ellipse">
            <a:avLst/>
          </a:prstGeom>
          <a:solidFill>
            <a:srgbClr val="82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2052" y="3287268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566159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82558B"/>
                </a:solidFill>
                <a:latin typeface="Calibri"/>
              </a:rPr>
              <a:t>A question goes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005072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F4A78"/>
                </a:solidFill>
                <a:latin typeface="Calibri"/>
              </a:rPr>
              <a:t>One question on the board before the register starts.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1416" y="2523744"/>
            <a:ext cx="3246120" cy="22402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82558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regi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59" y="2743200"/>
            <a:ext cx="713232" cy="71323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240779" y="3246120"/>
            <a:ext cx="310896" cy="310896"/>
          </a:xfrm>
          <a:prstGeom prst="ellipse">
            <a:avLst/>
          </a:prstGeom>
          <a:solidFill>
            <a:srgbClr val="82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0779" y="3287268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3566159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82558B"/>
                </a:solidFill>
                <a:latin typeface="Calibri"/>
              </a:rPr>
              <a:t>The register runs as usual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4005072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F4A78"/>
                </a:solidFill>
                <a:latin typeface="Calibri"/>
              </a:rPr>
              <a:t>Same order, same pace, nothing else changes.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2523744"/>
            <a:ext cx="3246120" cy="2240280"/>
          </a:xfrm>
          <a:prstGeom prst="roundRect">
            <a:avLst>
              <a:gd name="adj" fmla="val 5714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82558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-spea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6588" y="2743200"/>
            <a:ext cx="713232" cy="713232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9779508" y="3246120"/>
            <a:ext cx="310896" cy="310896"/>
          </a:xfrm>
          <a:prstGeom prst="ellipse">
            <a:avLst/>
          </a:prstGeom>
          <a:solidFill>
            <a:srgbClr val="82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79508" y="3287268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3566159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82558B"/>
                </a:solidFill>
                <a:latin typeface="Calibri"/>
              </a:rPr>
              <a:t>You answer the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3" y="4005072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F4A78"/>
                </a:solidFill>
                <a:latin typeface="Calibri"/>
              </a:rPr>
              <a:t>Say your answer instead of “here”. A word or two is plenty.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4956048"/>
            <a:ext cx="5056632" cy="1005840"/>
          </a:xfrm>
          <a:prstGeom prst="roundRect">
            <a:avLst>
              <a:gd name="adj" fmla="val 10909"/>
            </a:avLst>
          </a:prstGeom>
          <a:solidFill>
            <a:srgbClr val="8E6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5029200"/>
            <a:ext cx="4599432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FFDF7"/>
                </a:solidFill>
                <a:latin typeface="Georgia"/>
              </a:rPr>
              <a:t>“One word for how today feels so far.”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5559552"/>
            <a:ext cx="4599432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DCC9E0"/>
                </a:solidFill>
                <a:latin typeface="Calibri"/>
              </a:rPr>
              <a:t>The first of five questions in these slides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089904"/>
            <a:ext cx="103327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98CB0"/>
                </a:solidFill>
                <a:latin typeface="Calibri"/>
              </a:rPr>
              <a:t>Needs: nothing to print. The five questions are already here, one to a slide.</a:t>
            </a:r>
          </a:p>
        </p:txBody>
      </p:sp>
      <p:pic>
        <p:nvPicPr>
          <p:cNvPr id="30" name="Picture 29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98CB0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8E6398"/>
                </a:solidFill>
                <a:latin typeface="Calibri"/>
              </a:rPr>
              <a:t>THE REGISTER REPLY  ·  VOLUME ONE  ·  QUESTION 1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43000"/>
            <a:ext cx="10360152" cy="4434840"/>
          </a:xfrm>
          <a:prstGeom prst="roundRect">
            <a:avLst>
              <a:gd name="adj" fmla="val 3711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82558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600200"/>
            <a:ext cx="9354312" cy="3520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82558B"/>
                </a:solidFill>
                <a:latin typeface="Georgia"/>
              </a:rPr>
              <a:t>One word for how today feels so far.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F4A78"/>
                </a:solidFill>
                <a:latin typeface="Calibri"/>
              </a:rPr>
              <a:t>One word or a short phrase is plenty. “Here” is always fine.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98CB0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8E6398"/>
                </a:solidFill>
                <a:latin typeface="Calibri"/>
              </a:rPr>
              <a:t>THE REGISTER REPLY  ·  VOLUME ONE  ·  QUESTION 2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43000"/>
            <a:ext cx="10360152" cy="4434840"/>
          </a:xfrm>
          <a:prstGeom prst="roundRect">
            <a:avLst>
              <a:gd name="adj" fmla="val 3711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82558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600200"/>
            <a:ext cx="9354312" cy="3520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82558B"/>
                </a:solidFill>
                <a:latin typeface="Georgia"/>
              </a:rPr>
              <a:t>What is one thing you are looking forward to today?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F4A78"/>
                </a:solidFill>
                <a:latin typeface="Calibri"/>
              </a:rPr>
              <a:t>One word or a short phrase is plenty. “Here” is always fine.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98CB0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8E6398"/>
                </a:solidFill>
                <a:latin typeface="Calibri"/>
              </a:rPr>
              <a:t>THE REGISTER REPLY  ·  VOLUME ONE  ·  QUESTION 3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43000"/>
            <a:ext cx="10360152" cy="4434840"/>
          </a:xfrm>
          <a:prstGeom prst="roundRect">
            <a:avLst>
              <a:gd name="adj" fmla="val 3711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82558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600200"/>
            <a:ext cx="9354312" cy="3520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82558B"/>
                </a:solidFill>
                <a:latin typeface="Georgia"/>
              </a:rPr>
              <a:t>Name something you are good 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F4A78"/>
                </a:solidFill>
                <a:latin typeface="Calibri"/>
              </a:rPr>
              <a:t>One word or a short phrase is plenty. “Here” is always fine.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98CB0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8E6398"/>
                </a:solidFill>
                <a:latin typeface="Calibri"/>
              </a:rPr>
              <a:t>THE REGISTER REPLY  ·  VOLUME ONE  ·  QUESTION 4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43000"/>
            <a:ext cx="10360152" cy="4434840"/>
          </a:xfrm>
          <a:prstGeom prst="roundRect">
            <a:avLst>
              <a:gd name="adj" fmla="val 3711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82558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600200"/>
            <a:ext cx="9354312" cy="3520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82558B"/>
                </a:solidFill>
                <a:latin typeface="Georgia"/>
              </a:rPr>
              <a:t>Say the name of someone who has helped you recently.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F4A78"/>
                </a:solidFill>
                <a:latin typeface="Calibri"/>
              </a:rPr>
              <a:t>One word or a short phrase is plenty. “Here” is always fine.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98CB0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65760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8E6398"/>
                </a:solidFill>
                <a:latin typeface="Calibri"/>
              </a:rPr>
              <a:t>THE REGISTER REPLY  ·  VOLUME ONE  ·  QUESTION 5 OF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43000"/>
            <a:ext cx="10360152" cy="4434840"/>
          </a:xfrm>
          <a:prstGeom prst="roundRect">
            <a:avLst>
              <a:gd name="adj" fmla="val 3711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82558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600200"/>
            <a:ext cx="9354312" cy="35204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0">
                <a:solidFill>
                  <a:srgbClr val="82558B"/>
                </a:solidFill>
                <a:latin typeface="Georgia"/>
              </a:rPr>
              <a:t>What would make today a good day?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F4A78"/>
                </a:solidFill>
                <a:latin typeface="Calibri"/>
              </a:rPr>
              <a:t>One word or a short phrase is plenty. “Here” is always fine.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98CB0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84048"/>
            <a:ext cx="1219169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spc="160">
                <a:solidFill>
                  <a:srgbClr val="8E6398"/>
                </a:solidFill>
                <a:latin typeface="Calibri"/>
              </a:rPr>
              <a:t>THE REGISTER REPLY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58368"/>
            <a:ext cx="12191695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>
                <a:solidFill>
                  <a:srgbClr val="82558B"/>
                </a:solidFill>
                <a:latin typeface="Georgia"/>
              </a:rPr>
              <a:t>Your question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17904"/>
            <a:ext cx="9966960" cy="6583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6F4A78"/>
                </a:solidFill>
                <a:latin typeface="Calibri"/>
              </a:rPr>
              <a:t>Five questions in these slides, and five more in the resource pack.</a:t>
            </a:r>
            <a:br/>
            <a:r>
              <a:rPr sz="1700" b="0">
                <a:solidFill>
                  <a:srgbClr val="6F4A78"/>
                </a:solidFill>
                <a:latin typeface="Calibri"/>
              </a:rPr>
              <a:t>After those, they come from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2212848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82558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id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32" y="2432304"/>
            <a:ext cx="713232" cy="71323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2702052" y="2935224"/>
            <a:ext cx="310896" cy="310896"/>
          </a:xfrm>
          <a:prstGeom prst="ellipse">
            <a:avLst/>
          </a:prstGeom>
          <a:solidFill>
            <a:srgbClr val="82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2052" y="2976372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255263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82558B"/>
                </a:solidFill>
                <a:latin typeface="Calibri"/>
              </a:rPr>
              <a:t>Think of a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694176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F4A78"/>
                </a:solidFill>
                <a:latin typeface="Calibri"/>
              </a:rPr>
              <a:t>Something you would like to hear thirty different answers 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2212848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82558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every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59" y="2432304"/>
            <a:ext cx="713232" cy="713232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6240779" y="2935224"/>
            <a:ext cx="310896" cy="310896"/>
          </a:xfrm>
          <a:prstGeom prst="ellipse">
            <a:avLst/>
          </a:prstGeom>
          <a:solidFill>
            <a:srgbClr val="82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0779" y="2976372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255263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82558B"/>
                </a:solidFill>
                <a:latin typeface="Calibri"/>
              </a:rPr>
              <a:t>Check it works for 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3694176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F4A78"/>
                </a:solidFill>
                <a:latin typeface="Calibri"/>
              </a:rPr>
              <a:t>It has to work for the quietest person in the room too.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212848"/>
            <a:ext cx="3246120" cy="2468880"/>
          </a:xfrm>
          <a:prstGeom prst="roundRect">
            <a:avLst>
              <a:gd name="adj" fmla="val 5185"/>
            </a:avLst>
          </a:prstGeom>
          <a:solidFill>
            <a:srgbClr val="FFFDF7"/>
          </a:solidFill>
          <a:ln>
            <a:noFill/>
          </a:ln>
          <a:effectLst/>
          <a:effectLst>
            <a:outerShdw blurRad="76200" dist="25400" dir="5400000" rotWithShape="0">
              <a:srgbClr val="82558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s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6588" y="2432304"/>
            <a:ext cx="713232" cy="713232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9779508" y="2935224"/>
            <a:ext cx="310896" cy="310896"/>
          </a:xfrm>
          <a:prstGeom prst="ellipse">
            <a:avLst/>
          </a:prstGeom>
          <a:solidFill>
            <a:srgbClr val="82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9508" y="2976372"/>
            <a:ext cx="31089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3255263"/>
            <a:ext cx="2971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82558B"/>
                </a:solidFill>
                <a:latin typeface="Calibri"/>
              </a:rPr>
              <a:t>Bring it to your tutor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3694176"/>
            <a:ext cx="2880360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>
                <a:solidFill>
                  <a:srgbClr val="6F4A78"/>
                </a:solidFill>
                <a:latin typeface="Calibri"/>
              </a:rPr>
              <a:t>One of them goes up on the board the next morning.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0">
                <a:solidFill>
                  <a:srgbClr val="82558B"/>
                </a:solidFill>
                <a:latin typeface="Georgia"/>
              </a:rPr>
              <a:t>A question you would answer honestly yourself is usually a good 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053328"/>
            <a:ext cx="103327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A98CB0"/>
                </a:solidFill>
                <a:latin typeface="Calibri"/>
              </a:rPr>
              <a:t>Needs: nothing to print.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00800"/>
            <a:ext cx="173736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7512" y="6419088"/>
            <a:ext cx="27432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98CB0"/>
                </a:solidFill>
                <a:latin typeface="Georgia"/>
              </a:rPr>
              <a:t>The Pastoral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The Pastoral Guide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Register Reply: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