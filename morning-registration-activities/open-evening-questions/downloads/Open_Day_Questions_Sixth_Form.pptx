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4A7331"/>
                </a:solidFill>
                <a:latin typeface="Libre Caslon Display"/>
              </a:rPr>
              <a:t>Questions to Ask at an Open 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2774" y="1188720"/>
            <a:ext cx="1538451" cy="237744"/>
          </a:xfrm>
          <a:prstGeom prst="roundRect">
            <a:avLst>
              <a:gd name="adj" fmla="val 50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YEAR 12 AND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1790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Open day questions, one kind a morning, and a sheet to take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29968"/>
            <a:ext cx="658368" cy="658368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sk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167128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One kind of question a morning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The course, the teaching, the people, the money, and what could go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29968"/>
            <a:ext cx="658368" cy="658368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wo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16712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The form adds its 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Two or three from the room go on the board and onto the sheet.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883664"/>
            <a:ext cx="2395728" cy="2066543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29968"/>
            <a:ext cx="658368" cy="658368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16712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79806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The sheet goes in the bag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291840"/>
            <a:ext cx="206654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Fifteen questions, the form’s own underneath, and a line for each answer.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the open day sheet from the resource pack, one per student, and a pen.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the course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is it assessed, and how much of that is exams?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many contact hours a week, and how much of that is small groups rather than lectures?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91922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84607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did the students who finished last year go on to do?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the teaching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Who teaches first years: lecturers, or postgraduate students?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much of the week is timetabled, and what am I expected to do with the rest?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91922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84607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would I actually be doing in week three of the first term?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the people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Who do I go to if I am struggling, with the work or with anything else?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52526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45211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How many people are on the course, and how many in a seminar?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91922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84607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do students do here who are not into the nightlife?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About money and living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does accommodation cost, and is a place guaranteed in the first year?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52526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45211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bursaries or scholarships are there, and how do I apply?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91922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84607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Do students work part-time alongside the course, and does it fit?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MORNING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3017520"/>
          </a:xfrm>
          <a:prstGeom prst="roundRect">
            <a:avLst>
              <a:gd name="adj" fmla="val 6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115568"/>
            <a:ext cx="7040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4A7331"/>
                </a:solidFill>
                <a:latin typeface="Libre Caslon Display"/>
              </a:rPr>
              <a:t>If it goes wrong</a:t>
            </a:r>
          </a:p>
        </p:txBody>
      </p:sp>
      <p:sp>
        <p:nvSpPr>
          <p:cNvPr id="7" name="Oval 6"/>
          <p:cNvSpPr/>
          <p:nvPr/>
        </p:nvSpPr>
        <p:spPr>
          <a:xfrm>
            <a:off x="1106424" y="1883664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9032" y="1810512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Can I change course, and until when?</a:t>
            </a:r>
          </a:p>
        </p:txBody>
      </p:sp>
      <p:sp>
        <p:nvSpPr>
          <p:cNvPr id="9" name="Oval 8"/>
          <p:cNvSpPr/>
          <p:nvPr/>
        </p:nvSpPr>
        <p:spPr>
          <a:xfrm>
            <a:off x="1106424" y="2277618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2204466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What happens if I miss the grades in my offer?</a:t>
            </a:r>
          </a:p>
        </p:txBody>
      </p:sp>
      <p:sp>
        <p:nvSpPr>
          <p:cNvPr id="11" name="Oval 10"/>
          <p:cNvSpPr/>
          <p:nvPr/>
        </p:nvSpPr>
        <p:spPr>
          <a:xfrm>
            <a:off x="1106424" y="2671572"/>
            <a:ext cx="109728" cy="109728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598420"/>
            <a:ext cx="65836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Karla"/>
              </a:rPr>
              <a:t>If I am not happy by Christmas, what are my options?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Add one of your own. The best question is the one you actually want the answer to.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DAY  ·  THE WEEK AFTER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A7331"/>
                </a:solidFill>
                <a:latin typeface="Libre Caslon Display"/>
              </a:rPr>
              <a:t>What did you find out?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Bring the sheet back. Which answer changed your mind about a place, and which question did nobody answer properly?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An unanswered question is worth asking somewhere else, or of a different university.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