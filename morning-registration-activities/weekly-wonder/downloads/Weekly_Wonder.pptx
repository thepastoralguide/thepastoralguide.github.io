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Weekly Wonder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230368" y="157276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7C8FA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230368" y="15727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VOLUME ONE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208483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One open question, no right answer. Put it up, give it a minute of quiet, then see where the discussion goes.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3406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9" name="Image 1" descr="icon_wo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16" y="3044952"/>
            <a:ext cx="749808" cy="7498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08178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708178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122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Show the question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116940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Pick any of the five slides and put it up. No introduction needed.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72788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5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44" y="3044952"/>
            <a:ext cx="749808" cy="7498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46906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246906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099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 minute of quiet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655668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Give it a minute of quiet before anyone speaks. The best answers are rarely the fastest ones.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115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icon_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72" y="3044952"/>
            <a:ext cx="749808" cy="749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785634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9785634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4867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Open it up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194396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There is no correct answer, so every answer is worth hearing.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Needs: nothing to prepare. Five questions are already loaded into this deck. This is Volume One; more will follow on the website.</a:t>
            </a:r>
            <a:endParaRPr lang="en-US" sz="1200" dirty="0"/>
          </a:p>
        </p:txBody>
      </p:sp>
      <p:pic>
        <p:nvPicPr>
          <p:cNvPr id="27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VOLUME ONE  ·  NO. 1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Is a lie ever kind?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VOLUME ONE  ·  NO. 2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Do we choose our personality, or does it choose us?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VOLUME ONE  ·  NO. 3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If no one would ever find out, would it still matter if you did the right thing?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VOLUME ONE  ·  NO. 4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Can you be brave without ever feeling scared?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VOLUME ONE  ·  NO. 5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Is it better to be liked, or to be respected?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2026-09-08T01:36:20Z</dcterms:created>
  <dcterms:modified xsi:type="dcterms:W3CDTF">2026-09-08T01:36:20Z</dcterms:modified>
</cp:coreProperties>
</file>