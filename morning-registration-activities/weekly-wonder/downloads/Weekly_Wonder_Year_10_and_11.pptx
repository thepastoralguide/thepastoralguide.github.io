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REGISTRATION ACTIVITIES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0" y="658368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Wonder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001768" y="157276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7C8FA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01768" y="1572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10 AND 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208483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question, no right answer. Put it up, give it a minute of quiet, then see where the discussion goes.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4060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9" name="Image 1" descr="icon_won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216" y="3044952"/>
            <a:ext cx="749808" cy="7498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08178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708178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1220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question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116940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of the five slides and put it up. No introduction needed.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72788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5" name="Image 2" descr="icon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3044952"/>
            <a:ext cx="749808" cy="7498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46906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6246906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09948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of quiet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655668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minute of quiet before anyone speaks. The best answers are rarely the fastest ones.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1516" y="2788920"/>
            <a:ext cx="3246120" cy="2697480"/>
          </a:xfrm>
          <a:prstGeom prst="roundRect">
            <a:avLst>
              <a:gd name="adj" fmla="val 4068"/>
            </a:avLst>
          </a:prstGeom>
          <a:solidFill>
            <a:srgbClr val="FFFDF7"/>
          </a:solidFill>
          <a:ln w="12700">
            <a:solidFill>
              <a:srgbClr val="D7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2E4436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icon_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2" y="3044952"/>
            <a:ext cx="749808" cy="74980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785634" y="3570915"/>
            <a:ext cx="329184" cy="329184"/>
          </a:xfrm>
          <a:prstGeom prst="ellipse">
            <a:avLst/>
          </a:prstGeom>
          <a:solidFill>
            <a:srgbClr val="303C4A"/>
          </a:solidFill>
          <a:ln w="19050">
            <a:solidFill>
              <a:srgbClr val="FFFDF7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9785634" y="3570915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148676" y="3977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up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194396" y="4480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correct answer, so every answer is worth hearing.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nothing to prepare. This is the Year 10 and 11 set, five questions. Two more sets are on the website.</a:t>
            </a:r>
            <a:endParaRPr lang="en-US" sz="1200" dirty="0"/>
          </a:p>
        </p:txBody>
      </p:sp>
      <p:pic>
        <p:nvPicPr>
          <p:cNvPr id="27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10 AND 11  ·  NO. 1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ever right to break a rule you think is unfair?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10 AND 11  ·  NO. 2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be famous for something you did not do, or unknown for something great you did?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10 AND 11  ·  NO. 3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something adults say to teenagers that they do not say to each other?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10 AND 11  ·  NO. 4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trying hard start to look like showing off?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WONDER  ·  YEAR 10 AND 11  ·  NO. 5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1005840" y="1737360"/>
            <a:ext cx="10180015" cy="2743200"/>
          </a:xfrm>
          <a:prstGeom prst="roundRect">
            <a:avLst>
              <a:gd name="adj" fmla="val 5333"/>
            </a:avLst>
          </a:prstGeom>
          <a:solidFill>
            <a:srgbClr val="FFFDF7"/>
          </a:solidFill>
          <a:ln w="19050">
            <a:solidFill>
              <a:srgbClr val="D7DCE2"/>
            </a:solidFill>
            <a:prstDash val="solid"/>
          </a:ln>
          <a:effectLst>
            <a:outerShdw sx="100000" sy="100000" kx="0" ky="0" algn="bl" rotWithShape="0" blurRad="152400" dist="50800" dir="5400000">
              <a:srgbClr val="2E4436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645920" y="2011680"/>
            <a:ext cx="88998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303C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better to be good at lots of things, or great at one?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8006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5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right answer. What do you think?</a:t>
            </a:r>
            <a:endParaRPr lang="en-US" sz="1600" dirty="0"/>
          </a:p>
        </p:txBody>
      </p:sp>
      <p:pic>
        <p:nvPicPr>
          <p:cNvPr id="7" name="Image 1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19088"/>
            <a:ext cx="168707" cy="194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C8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Pastoral Guide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Wonder: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