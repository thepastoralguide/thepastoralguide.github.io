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MORNING REGISTRATION ACTIVITIES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658368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Weekly Wonder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5230368" y="1572768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7C8FA6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230368" y="157276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YEAR 7 TO 9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97280" y="2084832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One open question, no right answer. Put it up, give it a minute of quiet, then see where the discussion goes.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34060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7DCE2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9" name="Image 1" descr="icon_won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2216" y="3044952"/>
            <a:ext cx="749808" cy="7498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708178" y="3570915"/>
            <a:ext cx="329184" cy="329184"/>
          </a:xfrm>
          <a:prstGeom prst="ellipse">
            <a:avLst/>
          </a:prstGeom>
          <a:solidFill>
            <a:srgbClr val="303C4A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2708178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071220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03C4A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Show the question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116940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Pick any of the five slides and put it up. No introduction needed.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472788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7DCE2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5" name="Image 2" descr="icon_c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944" y="3044952"/>
            <a:ext cx="749808" cy="74980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246906" y="3570915"/>
            <a:ext cx="329184" cy="329184"/>
          </a:xfrm>
          <a:prstGeom prst="ellipse">
            <a:avLst/>
          </a:prstGeom>
          <a:solidFill>
            <a:srgbClr val="303C4A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7" name="Text 12"/>
          <p:cNvSpPr/>
          <p:nvPr/>
        </p:nvSpPr>
        <p:spPr>
          <a:xfrm>
            <a:off x="6246906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609948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03C4A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minute of quiet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4655668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Give it a minute of quiet before anyone speaks. The best answers are rarely the fastest ones.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011516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7DCE2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1" name="Image 3" descr="icon_commen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9672" y="3044952"/>
            <a:ext cx="749808" cy="749808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9785634" y="3570915"/>
            <a:ext cx="329184" cy="329184"/>
          </a:xfrm>
          <a:prstGeom prst="ellipse">
            <a:avLst/>
          </a:prstGeom>
          <a:solidFill>
            <a:srgbClr val="303C4A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23" name="Text 17"/>
          <p:cNvSpPr/>
          <p:nvPr/>
        </p:nvSpPr>
        <p:spPr>
          <a:xfrm>
            <a:off x="9785634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8148676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03C4A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Open it up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8194396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There is no correct answer, so every answer is worth hearing.</a:t>
            </a:r>
            <a:endParaRPr lang="en-US" sz="1150" dirty="0"/>
          </a:p>
        </p:txBody>
      </p:sp>
      <p:sp>
        <p:nvSpPr>
          <p:cNvPr id="26" name="Text 20"/>
          <p:cNvSpPr/>
          <p:nvPr/>
        </p:nvSpPr>
        <p:spPr>
          <a:xfrm>
            <a:off x="914400" y="5870448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Needs: nothing to prepare. Five questions are in this deck. The Year 7 to 9 set; two more sets are on the website.</a:t>
            </a:r>
            <a:endParaRPr lang="en-US" sz="1200" dirty="0"/>
          </a:p>
        </p:txBody>
      </p:sp>
      <p:pic>
        <p:nvPicPr>
          <p:cNvPr id="27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YEAR 7 TO 9  ·  NO. 1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Is a lie ever kind?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YEAR 7 TO 9  ·  NO. 2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Do we choose our personality, or does it choose us?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YEAR 7 TO 9  ·  NO. 3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If no one would ever find out, would it still matter if you did the right thing?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YEAR 7 TO 9  ·  NO. 4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Can you be brave without ever feeling scared?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YEAR 7 TO 9  ·  NO. 5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Is it better to be liked, or to be respected?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The Pastoral Guide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Wonder: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