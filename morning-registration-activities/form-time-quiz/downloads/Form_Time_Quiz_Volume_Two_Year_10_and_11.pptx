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2B6573"/>
                </a:solidFill>
                <a:latin typeface="Libre Caslon Display"/>
              </a:rPr>
              <a:t>The Form Time Quiz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70717" y="1243584"/>
            <a:ext cx="2802564" cy="237744"/>
          </a:xfrm>
          <a:prstGeom prst="roundRect">
            <a:avLst>
              <a:gd name="adj" fmla="val 50000"/>
            </a:avLst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Karla"/>
              </a:rPr>
              <a:t>VOLUME TWO  ·  YEAR 10 AND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Karla"/>
              </a:rPr>
              <a:t>Ten questions: six on spotting fake news, then four of general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084832"/>
            <a:ext cx="658368" cy="658368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wo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22199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2B6573"/>
                </a:solidFill>
                <a:latin typeface="Libre Caslon Display"/>
              </a:rPr>
              <a:t>Get into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Three or four to a team, with one answer sheet between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42816" y="2084832"/>
            <a:ext cx="658368" cy="658368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221992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02152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2B6573"/>
                </a:solidFill>
                <a:latin typeface="Libre Caslon Display"/>
              </a:rPr>
              <a:t>Answer together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Each question goes up on the board. Agree an answer, then write it 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2472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31151" y="2084832"/>
            <a:ext cx="658368" cy="658368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w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221992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90488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1" i="0">
                <a:solidFill>
                  <a:srgbClr val="2B6573"/>
                </a:solidFill>
                <a:latin typeface="Libre Caslon Display"/>
              </a:rPr>
              <a:t>Swap and 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Karla"/>
              </a:rPr>
              <a:t>Swap sheets with the team next to you, then the answers go up one at a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822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B9179"/>
                </a:solidFill>
                <a:latin typeface="Karla"/>
              </a:rPr>
              <a:t>Needs: one answer sheet per team, from the resource pack.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68281" y="914400"/>
            <a:ext cx="1207436" cy="237744"/>
          </a:xfrm>
          <a:prstGeom prst="roundRect">
            <a:avLst>
              <a:gd name="adj" fmla="val 50000"/>
            </a:avLst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B6573"/>
                </a:solidFill>
                <a:latin typeface="Karla"/>
              </a:rPr>
              <a:t>ROUND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DF7"/>
                </a:solidFill>
                <a:latin typeface="Libre Caslon Display"/>
              </a:rPr>
              <a:t>Spot the fake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4DCE1"/>
                </a:solidFill>
                <a:latin typeface="Karla"/>
              </a:rPr>
              <a:t>Six questions. Some are fact or myth, some give you options, and some you write out in full.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4DCE1"/>
                </a:solidFill>
                <a:latin typeface="Karla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4DCE1"/>
                </a:solidFill>
                <a:latin typeface="Karla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1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976122"/>
            <a:ext cx="7772400" cy="157734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976122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268730"/>
            <a:ext cx="6309360" cy="9921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2B6573"/>
                </a:solidFill>
                <a:latin typeface="Libre Caslon Display"/>
              </a:rPr>
              <a:t>In a study of 126,000 stories on Twitter, false stories reached 1,500 people about how many times faster than true ones?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486150"/>
            <a:ext cx="5212080" cy="2743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3245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2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719072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33856"/>
            <a:ext cx="6309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Seeing a false claim several times can make it feel true, even when you already know the right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88336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80944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03904"/>
            <a:ext cx="341985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74060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B6573"/>
                </a:solidFill>
                <a:latin typeface="Libre Caslon Display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980944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803904"/>
            <a:ext cx="341985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274060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B6573"/>
                </a:solidFill>
                <a:latin typeface="Libre Caslon Display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3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976122"/>
            <a:ext cx="7772400" cy="157734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976122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268730"/>
            <a:ext cx="6309360" cy="9921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2B6573"/>
                </a:solidFill>
                <a:latin typeface="Libre Caslon Display"/>
              </a:rPr>
              <a:t>Fact-checkers leave a website and open new tabs to see what other sites say about it. What is this called?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486150"/>
            <a:ext cx="5212080" cy="2743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3245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4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746760"/>
            <a:ext cx="7772400" cy="1908048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746760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039368"/>
            <a:ext cx="6309360" cy="1322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2B6573"/>
                </a:solidFill>
                <a:latin typeface="Libre Caslon Display"/>
              </a:rPr>
              <a:t>In a 2022 study, people looked at photos of faces and said whether each was real or made by AI. How often were they right?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2824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98392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322320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275584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About half the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898392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322320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275584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Three times in four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898392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322320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275584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Almost every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5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912114"/>
            <a:ext cx="7772400" cy="157734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912114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204722"/>
            <a:ext cx="6309360" cy="9921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2B6573"/>
                </a:solidFill>
                <a:latin typeface="Libre Caslon Display"/>
              </a:rPr>
              <a:t>Asking people to check whether one headline is true can make them share more reliable news afterwards.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1747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1007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733037"/>
            <a:ext cx="341985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0319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B6573"/>
                </a:solidFill>
                <a:latin typeface="Libre Caslon Display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91007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733037"/>
            <a:ext cx="341985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20319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2B6573"/>
                </a:solidFill>
                <a:latin typeface="Libre Caslon Display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ONE  ·  QUESTION 6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746760"/>
            <a:ext cx="7772400" cy="1908048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746760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039368"/>
            <a:ext cx="6309360" cy="1322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1" i="0">
                <a:solidFill>
                  <a:srgbClr val="2B6573"/>
                </a:solidFill>
                <a:latin typeface="Libre Caslon Display"/>
              </a:rPr>
              <a:t>In a Stanford study, students looked at a news website. How many thought an advert marked “sponsored content” was a real news story?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2824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98392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322320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275584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About one in five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898392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322320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399536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About half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3075432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898392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322320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404616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275584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More than eight in ten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52258" y="914400"/>
            <a:ext cx="1239483" cy="237744"/>
          </a:xfrm>
          <a:prstGeom prst="roundRect">
            <a:avLst>
              <a:gd name="adj" fmla="val 50000"/>
            </a:avLst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B6573"/>
                </a:solidFill>
                <a:latin typeface="Karla"/>
              </a:rPr>
              <a:t>ROUND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DF7"/>
                </a:solidFill>
                <a:latin typeface="Libre Caslon Display"/>
              </a:rPr>
              <a:t>General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4DCE1"/>
                </a:solidFill>
                <a:latin typeface="Karla"/>
              </a:rPr>
              <a:t>Four questions to finish. Some have options, and some you write out in full.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4DCE1"/>
                </a:solidFill>
                <a:latin typeface="Karla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4DCE1"/>
                </a:solidFill>
                <a:latin typeface="Karla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TWO  ·  QUESTION 7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4232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4232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86840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What is the smallest planet in our solar system?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368040"/>
            <a:ext cx="5212080" cy="2743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143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TWO  ·  QUESTION 8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4232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4232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86840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Which gas do plants take in from the air to make their food?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368040"/>
            <a:ext cx="5212080" cy="2743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143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TWO  ·  QUESTION 9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What is the hardest natural material on Earth?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Karla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0388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Quartz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6149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0388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Diamond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614928"/>
            <a:ext cx="2078736" cy="27432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038856"/>
            <a:ext cx="402336" cy="402336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Karla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1160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Granite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Karla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ROUND TWO  ·  QUESTION 10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70432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75816"/>
            <a:ext cx="6309360" cy="377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What is the capital city of Canada?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291840"/>
            <a:ext cx="5212080" cy="2743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381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49462" y="914400"/>
            <a:ext cx="1045075" cy="237744"/>
          </a:xfrm>
          <a:prstGeom prst="roundRect">
            <a:avLst>
              <a:gd name="adj" fmla="val 50000"/>
            </a:avLst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B6573"/>
                </a:solidFill>
                <a:latin typeface="Karl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DF7"/>
                </a:solidFill>
                <a:latin typeface="Libre Caslon Display"/>
              </a:rPr>
              <a:t>Swap sheets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C4D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C4DCE1"/>
                </a:solidFill>
                <a:latin typeface="Karla"/>
              </a:rPr>
              <a:t>Swap with the team next to you. Give one mark for each right answer, then add up the score out of ten.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C4DCE1"/>
                </a:solidFill>
                <a:latin typeface="Karla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C4DCE1"/>
                </a:solidFill>
                <a:latin typeface="Karla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9078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In a study of 126,000 stories on Twitter, false stories reached 1,500 people about how many times faster than true ones?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86458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About six times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2842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72842"/>
            <a:ext cx="64008" cy="1280160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10586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False stories spread faster because they are more surprising. It was people sharing them, not bots: taking the bots out made no difference.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15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Vosoughi, Roy and Aral, Science, 2018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3190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Seeing a false claim several times can make it feel true, even when you already know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057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6954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06954"/>
            <a:ext cx="64008" cy="1011936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44698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In one experiment, people rated “A sari is the skirt worn by Scots” as more true after seeing it again, even though they knew it was a kilt.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16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Fazio et al., 2015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9078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Fact-checkers leave a website and open new tabs to see what other sites say about it. What is this called?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86458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Lateral reading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2842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72842"/>
            <a:ext cx="64008" cy="1280160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10586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In a Stanford study, fact-checkers judged websites better than history professors and students, who stayed on the page and read down it.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17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Wineburg and McGrew, Stanford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3190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In a 2022 study, people looked at photos of faces and said whether each was real or made by AI. How often were they right?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057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A.  About half the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6954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06954"/>
            <a:ext cx="64008" cy="1011936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44698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That is no better than guessing. People also rated the AI faces as slightly more trustworthy than the real ones.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18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Nightingale and Farid, PNAS, 2022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9078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Asking people to check whether one headline is true can make them share more reliable news afterwards.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86458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72842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72842"/>
            <a:ext cx="64008" cy="1280160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10586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Researchers messaged over 5,000 Twitter users and asked them to rate one headline. Afterwards, those users shared news from more reliable websites.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19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Pennycook et al., Nature, 2021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3190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In a Stanford study, students looked at a news website. How many thought an advert marked “sponsored content” was a real news story?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057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C.  More than eight in 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6954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06954"/>
            <a:ext cx="64008" cy="1011936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44698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Most of them missed the “sponsored content” label, which means a company paid for the piece to look like news.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20 / 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457200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Source: Stanford History Education Group, 2016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38427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What is the smallest planet in our solar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43557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Mercury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29941"/>
            <a:ext cx="7772400" cy="743712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29941"/>
            <a:ext cx="64008" cy="743712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67685"/>
            <a:ext cx="7040880" cy="268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It is only a little bigger than our Moon.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Which gas do plants take in from the air to make their food?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Carbon dioxide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Plants use it with water and sunlight in photosynthesis, and they give out oxygen.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What is the hardest natural material on Earth?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B.  Diamond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A diamond is pure carbon, and it can scratch any other natural material.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ANSWERS  ·  QUESTION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What is the capital city of Canada?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Ottawa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Not Toronto, which is bigger. Queen Victoria chose Ottawa as the capital in 1857.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2B6573"/>
                </a:solidFill>
                <a:latin typeface="Karla"/>
              </a:rPr>
              <a:t>THE FORM TIME QUIZ  ·  VOLUME TWO</a:t>
            </a:r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822960"/>
            <a:ext cx="633496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2B6573"/>
                </a:solidFill>
                <a:latin typeface="Libre Caslon Display"/>
              </a:rPr>
              <a:t>Scores back to their owners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5C6552"/>
                </a:solidFill>
                <a:latin typeface="Karla"/>
              </a:rPr>
              <a:t>Hands up if you got ten. Then hands up if one of the answers surprised you, and tell us which.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393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Karla"/>
              </a:rPr>
              <a:t>Volume Three is coming soon to thepastoralguide.com.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3129423" cy="237744"/>
          </a:xfrm>
          <a:prstGeom prst="roundRect">
            <a:avLst>
              <a:gd name="adj" fmla="val 50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B6573"/>
                </a:solidFill>
                <a:latin typeface="Karla"/>
              </a:rPr>
              <a:t>FOR THE TEACHER  ·  ADD YOUR 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133856"/>
            <a:ext cx="603504" cy="603504"/>
          </a:xfrm>
          <a:prstGeom prst="ellipse">
            <a:avLst/>
          </a:prstGeom>
          <a:solidFill>
            <a:srgbClr val="2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261872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Karla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246632"/>
            <a:ext cx="6309360" cy="377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1" i="0">
                <a:solidFill>
                  <a:srgbClr val="2B6573"/>
                </a:solidFill>
                <a:latin typeface="Libre Caslon Display"/>
              </a:rPr>
              <a:t>[ Type your own question here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32304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Add your own questions here: something from assembly, a date coming up, or a question about your own school.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Duplicate this slide for each one and drag it in after question 10. There are two spare rows on the answer sheet for them.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3129423" cy="237744"/>
          </a:xfrm>
          <a:prstGeom prst="roundRect">
            <a:avLst>
              <a:gd name="adj" fmla="val 50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2B6573"/>
                </a:solidFill>
                <a:latin typeface="Karla"/>
              </a:rPr>
              <a:t>FOR THE TEACHER  ·  ADD YOUR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Karla"/>
              </a:rPr>
              <a:t>[ Your question again, so the room remembers it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2B6573"/>
                </a:solidFill>
                <a:latin typeface="Libre Caslon Display"/>
              </a:rPr>
              <a:t>[ The answer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7772400" cy="932688"/>
          </a:xfrm>
          <a:prstGeom prst="roundRect">
            <a:avLst>
              <a:gd name="adj" fmla="val 6000"/>
            </a:avLst>
          </a:prstGeom>
          <a:solidFill>
            <a:srgbClr val="EC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64008" cy="932688"/>
          </a:xfrm>
          <a:prstGeom prst="rect">
            <a:avLst/>
          </a:prstGeom>
          <a:solidFill>
            <a:srgbClr val="5B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9424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Karla"/>
              </a:rPr>
              <a:t>[ One line on why, if there is something worth knowing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18688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Karla"/>
              </a:rPr>
              <a:t>Duplicate this slide for each of your own questions and drag it in after the answer to question 10.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Karla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Form Time Quiz: Volume Two, Year 10 and 11: the slides</dc:title>
  <dc:subject>A free form time quiz from The Pastoral Guide (thepastoralguide.com)</dc:subject>
  <dc:creator>The Pastoral Guide</dc:creator>
  <cp:keywords>form time quiz, tutor time quiz, spotting fake news, Year 10 and 11</cp:keywords>
  <dc:description/>
  <cp:lastModifiedBy>The Pastoral Guide</cp:lastModifiedBy>
  <cp:revision>1</cp:revision>
  <dcterms:created xsi:type="dcterms:W3CDTF">2026-10-05T09:00:00Z</dcterms:created>
  <dcterms:modified xsi:type="dcterms:W3CDTF">2026-10-05T09:00:00Z</dcterms:modified>
  <cp:category/>
</cp:coreProperties>
</file>