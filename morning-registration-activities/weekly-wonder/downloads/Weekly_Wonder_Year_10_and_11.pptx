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230368" y="1572768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230368" y="15727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YEAR 10 AND 11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Five questions are in this deck. The Year 10 and 11 set;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there anything you would be relieved to be told you were not allowed to do?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If you could see one number about yourself that nobody else could, what would you want it to be?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is something adults say to teenagers that they do not say to each other?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When does trying hard start to look like showing off?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would change in this school if nobody could see anybody else’s phone?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