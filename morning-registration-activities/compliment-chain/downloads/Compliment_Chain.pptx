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653B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Compliment Chain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18288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student writes one honest compliment for someone else in the form, with no name attached.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</p:sp>
      <p:pic>
        <p:nvPicPr>
          <p:cNvPr id="10" name="Image 1" descr="icon_envel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your note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You’ll be given a note with a name already on it. That’s who you’re writing for.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</p:sp>
      <p:pic>
        <p:nvPicPr>
          <p:cNvPr id="17" name="Image 2" descr="icon_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one compliment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true and kind, in your own words. No name at the bottom, it stays anonymous.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C8A6"/>
            </a:solidFill>
            <a:prstDash val="solid"/>
          </a:ln>
          <a:effectLst>
            <a:outerShdw sx="100000" sy="100000" kx="0" ky="0" algn="bl" rotWithShape="0" blurRad="127000" dist="38100" dir="5400000">
              <a:srgbClr val="6D653B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887C49"/>
          </a:solidFill>
          <a:ln/>
        </p:spPr>
      </p:sp>
      <p:pic>
        <p:nvPicPr>
          <p:cNvPr id="24" name="Image 3" descr="icon_in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B9AC7E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653B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Hand it in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87C4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to your teacher. Tomorrow, you’ll get a note that someone wrote about you.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005840" y="5870448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49865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pre-printed compliment notes (see the resource pack) and a pen each.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49865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2026-09-08T01:36:20Z</dcterms:created>
  <dcterms:modified xsi:type="dcterms:W3CDTF">2026-09-08T01:36:20Z</dcterms:modified>
</cp:coreProperties>
</file>