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4A7331"/>
                </a:solidFill>
                <a:latin typeface="Libre Caslon Display"/>
              </a:rPr>
              <a:t>Questions to Ask at an Open Evening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2774" y="1188720"/>
            <a:ext cx="1538451" cy="237744"/>
          </a:xfrm>
          <a:prstGeom prst="roundRect">
            <a:avLst>
              <a:gd name="adj" fmla="val 50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YEAR 10 AND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Open evening questions, one kind a morning, and a sheet to take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sk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One kind of question a morning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course, the day, the people, the money, and what could go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form adds its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Two or three from the room go on the board and onto the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sheet goes in the bag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Fifteen questions, the form’s own underneath, and a line for each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open evening sheet from the resource pack, one per student, and a pen.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MORNING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course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is it assessed: exams, coursework, or both?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did last year’s students go on to do?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does a normal week of this course look like?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MORNING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day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many hours a week am I in lessons, and what happens in the gaps?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52526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45211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Where do students go when they have a free period?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time does the day start and finish?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MORNING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people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Who would I go to if I was struggling?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many people are usually in a class?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Do students who did not come from this school settle 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MORNING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money and getting there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Is there any cost for trips, books or equipment?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Is there a bursary or any help with costs, and how do I apply?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do most students get here in the morning?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MORNING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If it goes wrong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happens if I pick the wrong subject in the first term?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Can I change courses, and until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support is there if my grades are not what I hoped?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THE WEEK AFTER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A7331"/>
                </a:solidFill>
                <a:latin typeface="Libre Caslon Display"/>
              </a:rPr>
              <a:t>What did you find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Bring the sheet back. Which question got the most useful answer, and which one did nobody answer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An unanswered question is worth asking somewhere else.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