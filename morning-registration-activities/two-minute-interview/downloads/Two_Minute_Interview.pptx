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E616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C2E36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Two-Minute Interview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97280" y="1481328"/>
            <a:ext cx="9966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Pair up. Ask one question. Really listen for a minute. Then swap.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34060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7" name="Image 1" descr="icon_pai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0504" y="2450592"/>
            <a:ext cx="713232" cy="71323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702326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702326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071220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partner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116940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Anyone nearby. No need to plan pairs ahead of time.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472788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13" name="Image 2" descr="icon_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232" y="2450592"/>
            <a:ext cx="713232" cy="7132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241054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41054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4609948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Ask, then listen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655668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card from the set. One question, one full minute of listening.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011516" y="2212848"/>
            <a:ext cx="3246120" cy="2468880"/>
          </a:xfrm>
          <a:prstGeom prst="roundRect">
            <a:avLst>
              <a:gd name="adj" fmla="val 4444"/>
            </a:avLst>
          </a:prstGeom>
          <a:solidFill>
            <a:srgbClr val="FFFDF7"/>
          </a:solidFill>
          <a:ln w="12700">
            <a:solidFill>
              <a:srgbClr val="DFC3C7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</p:sp>
      <p:pic>
        <p:nvPicPr>
          <p:cNvPr id="19" name="Image 3" descr="icon_sw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7960" y="2450592"/>
            <a:ext cx="713232" cy="7132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9779782" y="2952415"/>
            <a:ext cx="310896" cy="310896"/>
          </a:xfrm>
          <a:prstGeom prst="ellipse">
            <a:avLst/>
          </a:prstGeom>
          <a:solidFill>
            <a:srgbClr val="5C2E36"/>
          </a:solidFill>
          <a:ln w="19050">
            <a:solidFill>
              <a:srgbClr val="FFFDF7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9779782" y="29524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8148676" y="329184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2E3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Swap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8194396" y="374904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4A52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Your partner asks you the same question back.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3566160" y="4892040"/>
            <a:ext cx="5056632" cy="1051560"/>
          </a:xfrm>
          <a:prstGeom prst="roundRect">
            <a:avLst>
              <a:gd name="adj" fmla="val 8696"/>
            </a:avLst>
          </a:prstGeom>
          <a:solidFill>
            <a:srgbClr val="9E6169"/>
          </a:solidFill>
          <a:ln/>
        </p:spPr>
      </p:sp>
      <p:sp>
        <p:nvSpPr>
          <p:cNvPr id="25" name="Text 19"/>
          <p:cNvSpPr/>
          <p:nvPr/>
        </p:nvSpPr>
        <p:spPr>
          <a:xfrm>
            <a:off x="3794760" y="4956048"/>
            <a:ext cx="45994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FFFDF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“What’s something you’ve got better at this year?”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3794760" y="5504688"/>
            <a:ext cx="4599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DFC3C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of twelve cards in the resource pack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98088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the printed cards (cut out once, reuse all year). Nothing else to prepare.</a:t>
            </a:r>
            <a:endParaRPr lang="en-US" sz="1200" dirty="0"/>
          </a:p>
        </p:txBody>
      </p:sp>
      <p:pic>
        <p:nvPicPr>
          <p:cNvPr id="28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A98088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Two-Minute Interview: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