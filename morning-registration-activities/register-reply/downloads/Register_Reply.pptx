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329184"/>
            <a:ext cx="12191695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 spc="160">
                <a:solidFill>
                  <a:srgbClr val="8E6398"/>
                </a:solidFill>
                <a:latin typeface="Karla"/>
              </a:rPr>
              <a:t>MORNING REGISTRATION ACTIVITIES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03504"/>
            <a:ext cx="12191695" cy="7315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000" b="1">
                <a:solidFill>
                  <a:srgbClr val="82558B"/>
                </a:solidFill>
                <a:latin typeface="Libre Caslon Display"/>
              </a:rPr>
              <a:t>The Register Reply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135727" y="1408176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8E6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135727" y="1490472"/>
            <a:ext cx="1920240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spc="100">
                <a:solidFill>
                  <a:srgbClr val="FFFDF7"/>
                </a:solidFill>
                <a:latin typeface="Karla"/>
              </a:rPr>
              <a:t>VOLUME 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956816"/>
            <a:ext cx="9966960" cy="42062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0">
                <a:solidFill>
                  <a:srgbClr val="6F4A78"/>
                </a:solidFill>
                <a:latin typeface="Karla"/>
              </a:rPr>
              <a:t>When your name is called, answer the question on the board instead of saying “here”.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32688" y="2523744"/>
            <a:ext cx="3246120" cy="2240280"/>
          </a:xfrm>
          <a:prstGeom prst="roundRect">
            <a:avLst>
              <a:gd name="adj" fmla="val 5714"/>
            </a:avLst>
          </a:prstGeom>
          <a:solidFill>
            <a:srgbClr val="FFFDF7"/>
          </a:solidFill>
          <a:ln>
            <a:noFill/>
          </a:ln>
          <a:effectLst/>
          <a:effectLst>
            <a:outerShdw blurRad="76200" dist="25400" dir="5400000" rotWithShape="0">
              <a:srgbClr val="82558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con-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9132" y="2743200"/>
            <a:ext cx="713232" cy="713232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2702052" y="3246120"/>
            <a:ext cx="310896" cy="310896"/>
          </a:xfrm>
          <a:prstGeom prst="ellipse">
            <a:avLst/>
          </a:prstGeom>
          <a:solidFill>
            <a:srgbClr val="82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02052" y="3287268"/>
            <a:ext cx="310896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FFFDF7"/>
                </a:solidFill>
                <a:latin typeface="Karla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" y="3566159"/>
            <a:ext cx="2971800" cy="457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82558B"/>
                </a:solidFill>
                <a:latin typeface="Karla"/>
              </a:rPr>
              <a:t>A question goes up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4005072"/>
            <a:ext cx="2880360" cy="7772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0">
                <a:solidFill>
                  <a:srgbClr val="6F4A78"/>
                </a:solidFill>
                <a:latin typeface="Karla"/>
              </a:rPr>
              <a:t>One question on the board before the register starts.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71416" y="2523744"/>
            <a:ext cx="3246120" cy="2240280"/>
          </a:xfrm>
          <a:prstGeom prst="roundRect">
            <a:avLst>
              <a:gd name="adj" fmla="val 5714"/>
            </a:avLst>
          </a:prstGeom>
          <a:solidFill>
            <a:srgbClr val="FFFDF7"/>
          </a:solidFill>
          <a:ln>
            <a:noFill/>
          </a:ln>
          <a:effectLst/>
          <a:effectLst>
            <a:outerShdw blurRad="76200" dist="25400" dir="5400000" rotWithShape="0">
              <a:srgbClr val="82558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icon-regist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37859" y="2743200"/>
            <a:ext cx="713232" cy="713232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6240779" y="3246120"/>
            <a:ext cx="310896" cy="310896"/>
          </a:xfrm>
          <a:prstGeom prst="ellipse">
            <a:avLst/>
          </a:prstGeom>
          <a:solidFill>
            <a:srgbClr val="82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40779" y="3287268"/>
            <a:ext cx="310896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FFFDF7"/>
                </a:solidFill>
                <a:latin typeface="Karla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08576" y="3566159"/>
            <a:ext cx="2971800" cy="457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82558B"/>
                </a:solidFill>
                <a:latin typeface="Karla"/>
              </a:rPr>
              <a:t>The register runs as usual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54296" y="4005072"/>
            <a:ext cx="2880360" cy="7772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0">
                <a:solidFill>
                  <a:srgbClr val="6F4A78"/>
                </a:solidFill>
                <a:latin typeface="Karla"/>
              </a:rPr>
              <a:t>Same order, same pace, nothing else changes.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10144" y="2523744"/>
            <a:ext cx="3246120" cy="2240280"/>
          </a:xfrm>
          <a:prstGeom prst="roundRect">
            <a:avLst>
              <a:gd name="adj" fmla="val 5714"/>
            </a:avLst>
          </a:prstGeom>
          <a:solidFill>
            <a:srgbClr val="FFFDF7"/>
          </a:solidFill>
          <a:ln>
            <a:noFill/>
          </a:ln>
          <a:effectLst/>
          <a:effectLst>
            <a:outerShdw blurRad="76200" dist="25400" dir="5400000" rotWithShape="0">
              <a:srgbClr val="82558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icon-spea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76588" y="2743200"/>
            <a:ext cx="713232" cy="713232"/>
          </a:xfrm>
          <a:prstGeom prst="rect">
            <a:avLst/>
          </a:prstGeom>
        </p:spPr>
      </p:pic>
      <p:sp>
        <p:nvSpPr>
          <p:cNvPr id="22" name="Oval 21"/>
          <p:cNvSpPr/>
          <p:nvPr/>
        </p:nvSpPr>
        <p:spPr>
          <a:xfrm>
            <a:off x="9779508" y="3246120"/>
            <a:ext cx="310896" cy="310896"/>
          </a:xfrm>
          <a:prstGeom prst="ellipse">
            <a:avLst/>
          </a:prstGeom>
          <a:solidFill>
            <a:srgbClr val="82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79508" y="3287268"/>
            <a:ext cx="310896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FFFDF7"/>
                </a:solidFill>
                <a:latin typeface="Karla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47304" y="3566159"/>
            <a:ext cx="2971800" cy="457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82558B"/>
                </a:solidFill>
                <a:latin typeface="Karla"/>
              </a:rPr>
              <a:t>You answer the question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93023" y="4005072"/>
            <a:ext cx="2880360" cy="7772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0">
                <a:solidFill>
                  <a:srgbClr val="6F4A78"/>
                </a:solidFill>
                <a:latin typeface="Karla"/>
              </a:rPr>
              <a:t>Say your answer instead of “here”. A word or two is plenty.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566160" y="4956048"/>
            <a:ext cx="5056632" cy="1005840"/>
          </a:xfrm>
          <a:prstGeom prst="roundRect">
            <a:avLst>
              <a:gd name="adj" fmla="val 10909"/>
            </a:avLst>
          </a:prstGeom>
          <a:solidFill>
            <a:srgbClr val="8E6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94760" y="5029200"/>
            <a:ext cx="4599432" cy="56692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0">
                <a:solidFill>
                  <a:srgbClr val="FFFDF7"/>
                </a:solidFill>
                <a:latin typeface="Libre Caslon Display"/>
              </a:rPr>
              <a:t>“One word for how today feels so far.”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94760" y="5559552"/>
            <a:ext cx="4599432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>
                <a:solidFill>
                  <a:srgbClr val="DCC9E0"/>
                </a:solidFill>
                <a:latin typeface="Karla"/>
              </a:rPr>
              <a:t>The first of five questions in these slides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6089904"/>
            <a:ext cx="1033272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A98CB0"/>
                </a:solidFill>
                <a:latin typeface="Karla"/>
              </a:rPr>
              <a:t>Needs: nothing to print. The five questions are already here, one to a slide.</a:t>
            </a:r>
          </a:p>
        </p:txBody>
      </p:sp>
      <p:pic>
        <p:nvPicPr>
          <p:cNvPr id="30" name="Picture 29" descr="logo-mar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6400800"/>
            <a:ext cx="173736" cy="201168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A98CB0"/>
                </a:solidFill>
                <a:latin typeface="Libre Caslon Display"/>
              </a:rPr>
              <a:t>The Pastoral Guide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365760"/>
            <a:ext cx="12191695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 spc="160">
                <a:solidFill>
                  <a:srgbClr val="8E6398"/>
                </a:solidFill>
                <a:latin typeface="Karla"/>
              </a:rPr>
              <a:t>THE REGISTER REPLY  ·  VOLUME ONE  ·  QUESTION 1 OF 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143000"/>
            <a:ext cx="10360152" cy="4434840"/>
          </a:xfrm>
          <a:prstGeom prst="roundRect">
            <a:avLst>
              <a:gd name="adj" fmla="val 3711"/>
            </a:avLst>
          </a:prstGeom>
          <a:solidFill>
            <a:srgbClr val="FFFDF7"/>
          </a:solidFill>
          <a:ln>
            <a:noFill/>
          </a:ln>
          <a:effectLst/>
          <a:effectLst>
            <a:outerShdw blurRad="76200" dist="25400" dir="5400000" rotWithShape="0">
              <a:srgbClr val="82558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17320" y="1600200"/>
            <a:ext cx="9354312" cy="35204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400" b="1">
                <a:solidFill>
                  <a:srgbClr val="82558B"/>
                </a:solidFill>
                <a:latin typeface="Libre Caslon Display"/>
              </a:rPr>
              <a:t>One word for how today feels so far.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5852160"/>
            <a:ext cx="12191695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6F4A78"/>
                </a:solidFill>
                <a:latin typeface="Karla"/>
              </a:rPr>
              <a:t>One word or a short phrase is plenty. “Here” is always fine.</a:t>
            </a:r>
          </a:p>
        </p:txBody>
      </p:sp>
      <p:pic>
        <p:nvPicPr>
          <p:cNvPr id="7" name="Picture 6" descr="logo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00800"/>
            <a:ext cx="173736" cy="20116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A98CB0"/>
                </a:solidFill>
                <a:latin typeface="Libre Caslon Display"/>
              </a:rPr>
              <a:t>The Pastoral Guide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365760"/>
            <a:ext cx="12191695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 spc="160">
                <a:solidFill>
                  <a:srgbClr val="8E6398"/>
                </a:solidFill>
                <a:latin typeface="Karla"/>
              </a:rPr>
              <a:t>THE REGISTER REPLY  ·  VOLUME ONE  ·  QUESTION 2 OF 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143000"/>
            <a:ext cx="10360152" cy="4434840"/>
          </a:xfrm>
          <a:prstGeom prst="roundRect">
            <a:avLst>
              <a:gd name="adj" fmla="val 3711"/>
            </a:avLst>
          </a:prstGeom>
          <a:solidFill>
            <a:srgbClr val="FFFDF7"/>
          </a:solidFill>
          <a:ln>
            <a:noFill/>
          </a:ln>
          <a:effectLst/>
          <a:effectLst>
            <a:outerShdw blurRad="76200" dist="25400" dir="5400000" rotWithShape="0">
              <a:srgbClr val="82558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17320" y="1600200"/>
            <a:ext cx="9354312" cy="35204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400" b="1">
                <a:solidFill>
                  <a:srgbClr val="82558B"/>
                </a:solidFill>
                <a:latin typeface="Libre Caslon Display"/>
              </a:rPr>
              <a:t>What is one thing you are looking forward to today?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5852160"/>
            <a:ext cx="12191695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6F4A78"/>
                </a:solidFill>
                <a:latin typeface="Karla"/>
              </a:rPr>
              <a:t>One word or a short phrase is plenty. “Here” is always fine.</a:t>
            </a:r>
          </a:p>
        </p:txBody>
      </p:sp>
      <p:pic>
        <p:nvPicPr>
          <p:cNvPr id="7" name="Picture 6" descr="logo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00800"/>
            <a:ext cx="173736" cy="20116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A98CB0"/>
                </a:solidFill>
                <a:latin typeface="Libre Caslon Display"/>
              </a:rPr>
              <a:t>The Pastoral Guide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365760"/>
            <a:ext cx="12191695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 spc="160">
                <a:solidFill>
                  <a:srgbClr val="8E6398"/>
                </a:solidFill>
                <a:latin typeface="Karla"/>
              </a:rPr>
              <a:t>THE REGISTER REPLY  ·  VOLUME ONE  ·  QUESTION 3 OF 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143000"/>
            <a:ext cx="10360152" cy="4434840"/>
          </a:xfrm>
          <a:prstGeom prst="roundRect">
            <a:avLst>
              <a:gd name="adj" fmla="val 3711"/>
            </a:avLst>
          </a:prstGeom>
          <a:solidFill>
            <a:srgbClr val="FFFDF7"/>
          </a:solidFill>
          <a:ln>
            <a:noFill/>
          </a:ln>
          <a:effectLst/>
          <a:effectLst>
            <a:outerShdw blurRad="76200" dist="25400" dir="5400000" rotWithShape="0">
              <a:srgbClr val="82558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17320" y="1600200"/>
            <a:ext cx="9354312" cy="35204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400" b="1">
                <a:solidFill>
                  <a:srgbClr val="82558B"/>
                </a:solidFill>
                <a:latin typeface="Libre Caslon Display"/>
              </a:rPr>
              <a:t>Name something you are good at.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5852160"/>
            <a:ext cx="12191695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6F4A78"/>
                </a:solidFill>
                <a:latin typeface="Karla"/>
              </a:rPr>
              <a:t>One word or a short phrase is plenty. “Here” is always fine.</a:t>
            </a:r>
          </a:p>
        </p:txBody>
      </p:sp>
      <p:pic>
        <p:nvPicPr>
          <p:cNvPr id="7" name="Picture 6" descr="logo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00800"/>
            <a:ext cx="173736" cy="20116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A98CB0"/>
                </a:solidFill>
                <a:latin typeface="Libre Caslon Display"/>
              </a:rPr>
              <a:t>The Pastoral Guide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365760"/>
            <a:ext cx="12191695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 spc="160">
                <a:solidFill>
                  <a:srgbClr val="8E6398"/>
                </a:solidFill>
                <a:latin typeface="Karla"/>
              </a:rPr>
              <a:t>THE REGISTER REPLY  ·  VOLUME ONE  ·  QUESTION 4 OF 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143000"/>
            <a:ext cx="10360152" cy="4434840"/>
          </a:xfrm>
          <a:prstGeom prst="roundRect">
            <a:avLst>
              <a:gd name="adj" fmla="val 3711"/>
            </a:avLst>
          </a:prstGeom>
          <a:solidFill>
            <a:srgbClr val="FFFDF7"/>
          </a:solidFill>
          <a:ln>
            <a:noFill/>
          </a:ln>
          <a:effectLst/>
          <a:effectLst>
            <a:outerShdw blurRad="76200" dist="25400" dir="5400000" rotWithShape="0">
              <a:srgbClr val="82558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17320" y="1600200"/>
            <a:ext cx="9354312" cy="35204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400" b="1">
                <a:solidFill>
                  <a:srgbClr val="82558B"/>
                </a:solidFill>
                <a:latin typeface="Libre Caslon Display"/>
              </a:rPr>
              <a:t>Say the name of someone who has helped you recently.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5852160"/>
            <a:ext cx="12191695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6F4A78"/>
                </a:solidFill>
                <a:latin typeface="Karla"/>
              </a:rPr>
              <a:t>One word or a short phrase is plenty. “Here” is always fine.</a:t>
            </a:r>
          </a:p>
        </p:txBody>
      </p:sp>
      <p:pic>
        <p:nvPicPr>
          <p:cNvPr id="7" name="Picture 6" descr="logo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00800"/>
            <a:ext cx="173736" cy="20116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A98CB0"/>
                </a:solidFill>
                <a:latin typeface="Libre Caslon Display"/>
              </a:rPr>
              <a:t>The Pastoral Guide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365760"/>
            <a:ext cx="12191695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 spc="160">
                <a:solidFill>
                  <a:srgbClr val="8E6398"/>
                </a:solidFill>
                <a:latin typeface="Karla"/>
              </a:rPr>
              <a:t>THE REGISTER REPLY  ·  VOLUME ONE  ·  QUESTION 5 OF 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143000"/>
            <a:ext cx="10360152" cy="4434840"/>
          </a:xfrm>
          <a:prstGeom prst="roundRect">
            <a:avLst>
              <a:gd name="adj" fmla="val 3711"/>
            </a:avLst>
          </a:prstGeom>
          <a:solidFill>
            <a:srgbClr val="FFFDF7"/>
          </a:solidFill>
          <a:ln>
            <a:noFill/>
          </a:ln>
          <a:effectLst/>
          <a:effectLst>
            <a:outerShdw blurRad="76200" dist="25400" dir="5400000" rotWithShape="0">
              <a:srgbClr val="82558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17320" y="1600200"/>
            <a:ext cx="9354312" cy="35204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400" b="1">
                <a:solidFill>
                  <a:srgbClr val="82558B"/>
                </a:solidFill>
                <a:latin typeface="Libre Caslon Display"/>
              </a:rPr>
              <a:t>What would make today a good day?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5852160"/>
            <a:ext cx="12191695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6F4A78"/>
                </a:solidFill>
                <a:latin typeface="Karla"/>
              </a:rPr>
              <a:t>One word or a short phrase is plenty. “Here” is always fine.</a:t>
            </a:r>
          </a:p>
        </p:txBody>
      </p:sp>
      <p:pic>
        <p:nvPicPr>
          <p:cNvPr id="7" name="Picture 6" descr="logo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00800"/>
            <a:ext cx="173736" cy="20116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A98CB0"/>
                </a:solidFill>
                <a:latin typeface="Libre Caslon Display"/>
              </a:rPr>
              <a:t>The Pastoral Guide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384048"/>
            <a:ext cx="12191695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 spc="160">
                <a:solidFill>
                  <a:srgbClr val="8E6398"/>
                </a:solidFill>
                <a:latin typeface="Karla"/>
              </a:rPr>
              <a:t>THE REGISTER REPLY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58368"/>
            <a:ext cx="12191695" cy="7772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000" b="1">
                <a:solidFill>
                  <a:srgbClr val="82558B"/>
                </a:solidFill>
                <a:latin typeface="Libre Caslon Display"/>
              </a:rPr>
              <a:t>Your question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517904"/>
            <a:ext cx="9966960" cy="6583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0">
                <a:solidFill>
                  <a:srgbClr val="6F4A78"/>
                </a:solidFill>
                <a:latin typeface="Karla"/>
              </a:rPr>
              <a:t>Five questions in these slides, and five more in the resource pack.</a:t>
            </a:r>
            <a:br/>
            <a:r>
              <a:rPr sz="1700" b="0">
                <a:solidFill>
                  <a:srgbClr val="6F4A78"/>
                </a:solidFill>
                <a:latin typeface="Karla"/>
              </a:rPr>
              <a:t>After those, they come from you.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32688" y="2212848"/>
            <a:ext cx="3246120" cy="2468880"/>
          </a:xfrm>
          <a:prstGeom prst="roundRect">
            <a:avLst>
              <a:gd name="adj" fmla="val 5185"/>
            </a:avLst>
          </a:prstGeom>
          <a:solidFill>
            <a:srgbClr val="FFFDF7"/>
          </a:solidFill>
          <a:ln>
            <a:noFill/>
          </a:ln>
          <a:effectLst/>
          <a:effectLst>
            <a:outerShdw blurRad="76200" dist="25400" dir="5400000" rotWithShape="0">
              <a:srgbClr val="82558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con-ide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9132" y="2432304"/>
            <a:ext cx="713232" cy="713232"/>
          </a:xfrm>
          <a:prstGeom prst="rect">
            <a:avLst/>
          </a:prstGeom>
        </p:spPr>
      </p:pic>
      <p:sp>
        <p:nvSpPr>
          <p:cNvPr id="8" name="Oval 7"/>
          <p:cNvSpPr/>
          <p:nvPr/>
        </p:nvSpPr>
        <p:spPr>
          <a:xfrm>
            <a:off x="2702052" y="2935224"/>
            <a:ext cx="310896" cy="310896"/>
          </a:xfrm>
          <a:prstGeom prst="ellipse">
            <a:avLst/>
          </a:prstGeom>
          <a:solidFill>
            <a:srgbClr val="82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02052" y="2976372"/>
            <a:ext cx="310896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FFFDF7"/>
                </a:solidFill>
                <a:latin typeface="Karl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3255263"/>
            <a:ext cx="2971800" cy="457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82558B"/>
                </a:solidFill>
                <a:latin typeface="Karla"/>
              </a:rPr>
              <a:t>Think of a question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3694176"/>
            <a:ext cx="2880360" cy="7772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0">
                <a:solidFill>
                  <a:srgbClr val="6F4A78"/>
                </a:solidFill>
                <a:latin typeface="Karla"/>
              </a:rPr>
              <a:t>Something you would like to hear thirty different answers to.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71416" y="2212848"/>
            <a:ext cx="3246120" cy="2468880"/>
          </a:xfrm>
          <a:prstGeom prst="roundRect">
            <a:avLst>
              <a:gd name="adj" fmla="val 5185"/>
            </a:avLst>
          </a:prstGeom>
          <a:solidFill>
            <a:srgbClr val="FFFDF7"/>
          </a:solidFill>
          <a:ln>
            <a:noFill/>
          </a:ln>
          <a:effectLst/>
          <a:effectLst>
            <a:outerShdw blurRad="76200" dist="25400" dir="5400000" rotWithShape="0">
              <a:srgbClr val="82558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con-everyon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37859" y="2432304"/>
            <a:ext cx="713232" cy="713232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6240779" y="2935224"/>
            <a:ext cx="310896" cy="310896"/>
          </a:xfrm>
          <a:prstGeom prst="ellipse">
            <a:avLst/>
          </a:prstGeom>
          <a:solidFill>
            <a:srgbClr val="82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0779" y="2976372"/>
            <a:ext cx="310896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FFFDF7"/>
                </a:solidFill>
                <a:latin typeface="Karla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08576" y="3255263"/>
            <a:ext cx="2971800" cy="457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82558B"/>
                </a:solidFill>
                <a:latin typeface="Karla"/>
              </a:rPr>
              <a:t>Check it works for all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54296" y="3694176"/>
            <a:ext cx="2880360" cy="7772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0">
                <a:solidFill>
                  <a:srgbClr val="6F4A78"/>
                </a:solidFill>
                <a:latin typeface="Karla"/>
              </a:rPr>
              <a:t>It has to work for the quietest person in the room too.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10144" y="2212848"/>
            <a:ext cx="3246120" cy="2468880"/>
          </a:xfrm>
          <a:prstGeom prst="roundRect">
            <a:avLst>
              <a:gd name="adj" fmla="val 5185"/>
            </a:avLst>
          </a:prstGeom>
          <a:solidFill>
            <a:srgbClr val="FFFDF7"/>
          </a:solidFill>
          <a:ln>
            <a:noFill/>
          </a:ln>
          <a:effectLst/>
          <a:effectLst>
            <a:outerShdw blurRad="76200" dist="25400" dir="5400000" rotWithShape="0">
              <a:srgbClr val="82558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con-sen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76588" y="2432304"/>
            <a:ext cx="713232" cy="713232"/>
          </a:xfrm>
          <a:prstGeom prst="rect">
            <a:avLst/>
          </a:prstGeom>
        </p:spPr>
      </p:pic>
      <p:sp>
        <p:nvSpPr>
          <p:cNvPr id="20" name="Oval 19"/>
          <p:cNvSpPr/>
          <p:nvPr/>
        </p:nvSpPr>
        <p:spPr>
          <a:xfrm>
            <a:off x="9779508" y="2935224"/>
            <a:ext cx="310896" cy="310896"/>
          </a:xfrm>
          <a:prstGeom prst="ellipse">
            <a:avLst/>
          </a:prstGeom>
          <a:solidFill>
            <a:srgbClr val="82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79508" y="2976372"/>
            <a:ext cx="310896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FFFDF7"/>
                </a:solidFill>
                <a:latin typeface="Karla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47304" y="3255263"/>
            <a:ext cx="2971800" cy="457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82558B"/>
                </a:solidFill>
                <a:latin typeface="Karla"/>
              </a:rPr>
              <a:t>Bring it to your tutor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93023" y="3694176"/>
            <a:ext cx="2880360" cy="7772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0">
                <a:solidFill>
                  <a:srgbClr val="6F4A78"/>
                </a:solidFill>
                <a:latin typeface="Karla"/>
              </a:rPr>
              <a:t>One of them goes up on the board the next morning.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5120640"/>
            <a:ext cx="10332720" cy="457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900" b="0">
                <a:solidFill>
                  <a:srgbClr val="82558B"/>
                </a:solidFill>
                <a:latin typeface="Libre Caslon Display"/>
              </a:rPr>
              <a:t>A question you would answer honestly yourself is usually a good one.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6053328"/>
            <a:ext cx="1033272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A98CB0"/>
                </a:solidFill>
                <a:latin typeface="Karla"/>
              </a:rPr>
              <a:t>Needs: nothing to print. Five more questions are in the resource pack.</a:t>
            </a:r>
          </a:p>
        </p:txBody>
      </p:sp>
      <p:pic>
        <p:nvPicPr>
          <p:cNvPr id="26" name="Picture 25" descr="logo-mar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6400800"/>
            <a:ext cx="173736" cy="20116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A98CB0"/>
                </a:solidFill>
                <a:latin typeface="Libre Caslon Display"/>
              </a:rPr>
              <a:t>The Pastoral Guide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>The Pastoral Guide</Company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Register Reply: the slides</dc:title>
  <dc:subject>A free pastoral resource for form tutors, from The Pastoral Guide, thepastoralguide.com</dc:subject>
  <dc:creator>The Pastoral Guide</dc:creator>
  <cp:keywords>form time, tutor time, pastoral, PSHE, secondary, free</cp:keywords>
  <dc:description>A free pastoral resource for form tutors, from The Pastoral Guide, thepastoralguide.com</dc:description>
  <cp:lastModifiedBy>The Pastoral Guide</cp:lastModifiedBy>
  <cp:revision>1</cp:revision>
  <dcterms:created xsi:type="dcterms:W3CDTF">2026-09-14T05:55:02Z</dcterms:created>
  <dcterms:modified xsi:type="dcterms:W3CDTF">2026-09-14T05:55:02Z</dcterms:modified>
  <cp:category>Pastoral resources</cp:category>
</cp:coreProperties>
</file>