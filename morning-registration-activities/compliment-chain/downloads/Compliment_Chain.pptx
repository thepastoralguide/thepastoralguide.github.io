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7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0" dirty="0">
                <a:solidFill>
                  <a:srgbClr val="6D6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Compliment Chain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1828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87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writes one honest compliment for someone else in the form, with no name attached.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C8A6"/>
            </a:solidFill>
            <a:prstDash val="solid"/>
          </a:ln>
          <a:effectLst>
            <a:outerShdw sx="100000" sy="100000" kx="0" ky="0" algn="bl" rotWithShape="0" blurRad="127000" dist="38100" dir="5400000">
              <a:srgbClr val="6D65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182216" y="3044952"/>
            <a:ext cx="749808" cy="749808"/>
          </a:xfrm>
          <a:prstGeom prst="ellipse">
            <a:avLst/>
          </a:prstGeom>
          <a:solidFill>
            <a:srgbClr val="887C49"/>
          </a:solidFill>
          <a:ln/>
        </p:spPr>
        <p:txBody>
          <a:bodyPr/>
          <a:p/>
        </p:txBody>
      </p:sp>
      <p:pic>
        <p:nvPicPr>
          <p:cNvPr id="10" name="Image 1" descr="icon_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0" y="3191256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B9AC7E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6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note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7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be given a note with a name already on it. That’s who you’re writing for.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C8A6"/>
            </a:solidFill>
            <a:prstDash val="solid"/>
          </a:ln>
          <a:effectLst>
            <a:outerShdw sx="100000" sy="100000" kx="0" ky="0" algn="bl" rotWithShape="0" blurRad="127000" dist="38100" dir="5400000">
              <a:srgbClr val="6D65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720944" y="3044952"/>
            <a:ext cx="749808" cy="749808"/>
          </a:xfrm>
          <a:prstGeom prst="ellipse">
            <a:avLst/>
          </a:prstGeom>
          <a:solidFill>
            <a:srgbClr val="887C49"/>
          </a:solidFill>
          <a:ln/>
        </p:spPr>
        <p:txBody>
          <a:bodyPr/>
          <a:p/>
        </p:txBody>
      </p:sp>
      <p:pic>
        <p:nvPicPr>
          <p:cNvPr id="17" name="Image 2" descr="icon_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191256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B9AC7E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6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compliment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7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true and kind, in your own words. No name at the bottom, so it stays anonymous.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C8A6"/>
            </a:solidFill>
            <a:prstDash val="solid"/>
          </a:ln>
          <a:effectLst>
            <a:outerShdw sx="100000" sy="100000" kx="0" ky="0" algn="bl" rotWithShape="0" blurRad="127000" dist="38100" dir="5400000">
              <a:srgbClr val="6D65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259672" y="3044952"/>
            <a:ext cx="749808" cy="749808"/>
          </a:xfrm>
          <a:prstGeom prst="ellipse">
            <a:avLst/>
          </a:prstGeom>
          <a:solidFill>
            <a:srgbClr val="887C49"/>
          </a:solidFill>
          <a:ln/>
        </p:spPr>
        <p:txBody>
          <a:bodyPr/>
          <a:p/>
        </p:txBody>
      </p:sp>
      <p:pic>
        <p:nvPicPr>
          <p:cNvPr id="24" name="Image 3" descr="icon_in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3191256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B9AC7E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6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7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 your teacher. Tomorrow, you’ll get a note that someone wrote about you.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005840" y="58704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49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pre-printed compliment notes (see the resource pack) and a pen each.</a:t>
            </a:r>
            <a:endParaRPr lang="en-US" sz="1200" dirty="0"/>
          </a:p>
        </p:txBody>
      </p:sp>
      <p:pic>
        <p:nvPicPr>
          <p:cNvPr id="30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498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Compliment Chain: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