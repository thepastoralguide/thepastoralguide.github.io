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230368" y="1572768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230368" y="15727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VOLUME ONE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Five questions are already loaded into this deck. This is Volume One; more will follow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VOLUME ONE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a lie ever kind?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VOLUME ONE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Do we choose our personality, or does it choose us?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VOLUME ONE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If no one would ever find out, would it still matter if you did the right thing?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VOLUME ONE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Can you be brave without ever feeling scared?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VOLUME ONE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it better to be liked, or to be respected?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