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6268" y="658368"/>
            <a:ext cx="831463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4708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94505F"/>
                </a:solidFill>
                <a:latin typeface="Libre Caslon Display"/>
              </a:rPr>
              <a:t>Sweet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25496"/>
            <a:ext cx="1005840" cy="18288"/>
          </a:xfrm>
          <a:prstGeom prst="rect">
            <a:avLst/>
          </a:prstGeom>
          <a:solidFill>
            <a:srgbClr val="C8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7C6C69"/>
                </a:solidFill>
                <a:latin typeface="Karla"/>
              </a:rPr>
              <a:t>A Valentines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958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A99B97"/>
                </a:solidFill>
                <a:latin typeface="Karla"/>
              </a:rPr>
              <a:t>A hot chocolate and a handwritten note, delivered to someone who is not expecting one.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TO START WITH</a:t>
            </a:r>
          </a:p>
        </p:txBody>
      </p:sp>
      <p:sp>
        <p:nvSpPr>
          <p:cNvPr id="4" name="Oval 3"/>
          <p:cNvSpPr/>
          <p:nvPr/>
        </p:nvSpPr>
        <p:spPr>
          <a:xfrm>
            <a:off x="4114800" y="1024128"/>
            <a:ext cx="914400" cy="914400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pe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824" y="121615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212848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When did someone last tell you something good about you?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456432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7C6C69"/>
                </a:solidFill>
                <a:latin typeface="Karla"/>
              </a:rPr>
              <a:t>Have a think. Not a compliment about your shoes. Something about you.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THE THING ABOUT KINDNESS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It is worth more than it costs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84376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968" y="2093976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costs almost nothing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A few words and a minute of your time. That is all it costs.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0232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78808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093976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3112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lasts far longer than you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1400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People remember a kind thing said to them long after the person who said it has forgotten.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4664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73240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7832" y="2093976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57544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comes back to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5832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Being the one who said it feels almost as good as being the one who heard it.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25296"/>
            <a:ext cx="7406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The people who need it most</a:t>
            </a:r>
          </a:p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are the ones least likely to ask.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798064"/>
            <a:ext cx="914400" cy="18288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3054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300" b="0" i="1">
                <a:solidFill>
                  <a:srgbClr val="E8CBD2"/>
                </a:solidFill>
                <a:latin typeface="Karla"/>
              </a:rPr>
              <a:t>You cannot always tell who is having a hard week. Most people are quite good at hiding it.</a:t>
            </a:r>
          </a:p>
        </p:txBody>
      </p:sp>
      <p:pic>
        <p:nvPicPr>
          <p:cNvPr id="6" name="Picture 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8CBD2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8CBD2"/>
                </a:solidFill>
                <a:latin typeface="Karla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SO, THIS VALENTINE’S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7680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94505F"/>
                </a:solidFill>
                <a:latin typeface="Libre Caslon Display"/>
              </a:rPr>
              <a:t>Sweet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8366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453B3A"/>
                </a:solidFill>
                <a:latin typeface="Karla"/>
              </a:rPr>
              <a:t>Send someone a hot chocolate and a note. They will not know it came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65960" y="2743200"/>
            <a:ext cx="5212080" cy="1554480"/>
          </a:xfrm>
          <a:prstGeom prst="roundRect">
            <a:avLst>
              <a:gd name="adj" fmla="val 5500"/>
            </a:avLst>
          </a:prstGeom>
          <a:solidFill>
            <a:srgbClr val="F8EEF0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864" y="3163824"/>
            <a:ext cx="713232" cy="713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10128" y="2944368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500"/>
              </a:spcAft>
            </a:pPr>
            <a:r>
              <a:rPr sz="1350" b="1" i="0">
                <a:solidFill>
                  <a:srgbClr val="94505F"/>
                </a:solidFill>
                <a:latin typeface="Libre Caslon Display"/>
              </a:rPr>
              <a:t>Run by students, for students</a:t>
            </a:r>
          </a:p>
          <a:p>
            <a:pPr algn="l">
              <a:lnSpc>
                <a:spcPct val="132000"/>
              </a:lnSpc>
              <a:spcAft>
                <a:spcPts val="500"/>
              </a:spcAft>
            </a:pPr>
            <a:r>
              <a:rPr sz="1150" b="0" i="0">
                <a:solidFill>
                  <a:srgbClr val="7C6C69"/>
                </a:solidFill>
                <a:latin typeface="Karla"/>
              </a:rPr>
              <a:t>Come to the stall, write your note, and we do the rest. Every [ PRICE ] goes to [ CHARITY ].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WHAT THEY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One small bag, three small parts</a:t>
            </a:r>
          </a:p>
        </p:txBody>
      </p:sp>
      <p:pic>
        <p:nvPicPr>
          <p:cNvPr id="5" name="Picture 4" descr="bag_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664208"/>
            <a:ext cx="2656928" cy="279806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60520" y="1645920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16552" y="1874519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1874519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4336" y="1773936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Hot chocolate and marshmallows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2084832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Enough for one proper mug, tied up in a little bag.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615184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16552" y="2843784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284378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27432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A note you write yourself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3054096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Your own words, in your own handwriting. That is the part they keep.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3584448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16552" y="3813048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381304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74336" y="3712463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Handed to them on the 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336" y="4023360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Sorted by form the night before and delivered before registration.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ONE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4754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453B3A"/>
                </a:solidFill>
                <a:latin typeface="Libre Caslon Display"/>
              </a:rPr>
              <a:t>You do not sign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0784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500" b="0" i="0">
                <a:solidFill>
                  <a:srgbClr val="453B3A"/>
                </a:solidFill>
                <a:latin typeface="Karla"/>
              </a:rPr>
              <a:t>Every note is signed the same way: </a:t>
            </a:r>
          </a:p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900" b="1" i="0">
                <a:solidFill>
                  <a:srgbClr val="94505F"/>
                </a:solidFill>
                <a:latin typeface="Libre Caslon Display"/>
              </a:rPr>
              <a:t>From: Anonymous</a:t>
            </a:r>
          </a:p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350" b="0" i="0">
                <a:solidFill>
                  <a:srgbClr val="7C6C69"/>
                </a:solidFill>
                <a:latin typeface="Karla"/>
              </a:rPr>
              <a:t>So the person reading it spends the morning thinking about what it says, not about who sent it. That is what makes it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1060704"/>
            <a:ext cx="2743200" cy="299923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1380744"/>
            <a:ext cx="566928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53328" y="2139696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53328" y="2432304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53328" y="2761488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53328" y="3090672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53328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4505F"/>
                </a:solidFill>
                <a:latin typeface="Karla"/>
              </a:rPr>
              <a:t>From: Anonymous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3712463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A99B97"/>
                </a:solidFill>
                <a:latin typeface="Karla"/>
              </a:rPr>
              <a:t>the note on every bag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BEFORE YOU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Who will you send one 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C6C69"/>
                </a:solidFill>
                <a:latin typeface="Karla"/>
              </a:rPr>
              <a:t>Your best friend already knows. Have a think about someone who does not.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240280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4028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84832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joined this year and is still finding their feet.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18304" y="1920240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65192" y="2240280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224028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1264" y="2084832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has had a harder term than they have let 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63824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483864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483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328416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is kind to everyone and never gets told.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18304" y="3163824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65192" y="3483864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5192" y="3483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1264" y="3328416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you have sat near all year and never spoken to.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HOW TO SEND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Come to the 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A99B97"/>
                </a:solidFill>
                <a:latin typeface="Karla"/>
              </a:rPr>
              <a:t>Replace anything in [ brackets ] with your own dates, place and price before you show this.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4376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968" y="2221992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Find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The Sweet Notes stall is in [ PLACE ], at [ TIME ], from [ DATE ] to [ DATE 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0232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78808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219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63112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Write it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400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Bring [ PRICE ]. You write your note at the stall, fold it, and hand it back.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74664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73240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7832" y="22219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544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We do the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5832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We tie it to a bag and deliver it on the morning of [ 14 FEBRUARY ].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DO NOT LEAVE IT TOO 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Three dates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773936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883664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The stall opens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883664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DATE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715768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825496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Last chance to send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825496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DATE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657600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8EEF0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3767328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Delivered to your form, first 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767328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[ 14 FEBRUARY ]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7333" y="932688"/>
            <a:ext cx="649333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975104"/>
            <a:ext cx="8138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94505F"/>
                </a:solidFill>
                <a:latin typeface="Libre Caslon Display"/>
              </a:rPr>
              <a:t>One bag. One note. One morning.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62656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C6C69"/>
                </a:solidFill>
                <a:latin typeface="Karla"/>
              </a:rPr>
              <a:t>Someone in this room is going to have a much better day because of a minute of your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99B97"/>
                </a:solidFill>
                <a:latin typeface="Karla"/>
              </a:rPr>
              <a:t>A Valentines Event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