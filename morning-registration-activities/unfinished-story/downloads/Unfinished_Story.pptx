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Unfinished Story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5138928" y="157276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3F7D8C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138928" y="157276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VOLUME ONE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2084832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story in five weekly chapters. Each one ends on a choice with no clean answer, and the next chapter opens by revealing what actually happened.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3DBDE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re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1F4247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24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Recap what happened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chapter two on, read what last week’s choice actually led to.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3DBDE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1F4247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24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Read this week’s chapter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chapter a week, in order: a short scene ending on a new choice with no clean answer.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3DBDE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1F4247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24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need to land on a conclusion. The story continues either way.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FA0A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All five chapters are already loaded into this deck. This is Volume One; more will follow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1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Bag by the Gate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737360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On the walk to school, Sam spots a bag left behind at the bus stop. Inside: a phone, a bit of cash, and a house key. Nobody else is around, and the next bus is already pulling in.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should Sam do?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2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Assembly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 handed the bag straight to the school office. Three days later, a girl named Priya came looking for it. It was hers, and the only photo she has of her nan was inside.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Priya wants to say thank you in assembly, in front of everyone. Sam feels strange about the attention, and quietly asks a friend not to mention it. The friend thinks Sam deserves the credit, and tells a teacher anyway.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Was the friend right to tell, even though Sam didn’t want the attention?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3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Empty Seat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teacher mentioned it at the end of registration, one sentence, not a whole assembly moment. Sam went red, but it passed quickly.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 few weeks later, Sam notices someone being quietly left out. Not bullied exactly, just never asked to sit with the group at lunch, week after week.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Is doing nothing about something like this the same as taking a side?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4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Sam Heard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 started sitting with them sometimes, without making it a whole thing.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Then Sam finds out, from someone else, that this person said something unkind about Sam behind their back, months before any of this started.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Does knowing that change what Sam should do now?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5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Small Things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 kept sitting there anyway. It felt strange for about a week, and then it just felt normal.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By the end of term, the two of them were just friends. Nobody made a big deal of it. Nobody even really noticed when it happened.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Do small choices like Sam’s actually add up to anything?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Unfinished Story: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