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9184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03504"/>
            <a:ext cx="12191695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2F6FB5"/>
                </a:solidFill>
                <a:latin typeface="Libre Caslon Display"/>
              </a:rPr>
              <a:t>Today I Will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35727" y="1408176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3D7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35727" y="1490472"/>
            <a:ext cx="192024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spc="10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56816"/>
            <a:ext cx="9966960" cy="4206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2A5C93"/>
                </a:solidFill>
                <a:latin typeface="Karla"/>
              </a:rPr>
              <a:t>Say one small thing you will do today. Tomorrow, somebody 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-tw-prom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743200"/>
            <a:ext cx="713232" cy="713232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2702052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2052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A prompt goes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One prompt on the board, showing what kind of promise today 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-tw-promi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743200"/>
            <a:ext cx="713232" cy="71323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240779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0779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You say yours out 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A few words is plenty. It has to be small enough to do by home 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10144" y="2523744"/>
            <a:ext cx="3246120" cy="2240280"/>
          </a:xfrm>
          <a:prstGeom prst="roundRect">
            <a:avLst>
              <a:gd name="adj" fmla="val 571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con-tw-b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743200"/>
            <a:ext cx="713232" cy="7132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9779508" y="3246120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79508" y="3287268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3566159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Tomorrow you get asked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4005072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Two or three people say how yesterday went. “I didn’t” is a fine answer.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17520" y="4956048"/>
            <a:ext cx="6153912" cy="1005840"/>
          </a:xfrm>
          <a:prstGeom prst="roundRect">
            <a:avLst>
              <a:gd name="adj" fmla="val 10909"/>
            </a:avLst>
          </a:prstGeom>
          <a:solidFill>
            <a:srgbClr val="3D7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029200"/>
            <a:ext cx="5696712" cy="5669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FFFDF7"/>
                </a:solidFill>
                <a:latin typeface="Libre Caslon Display"/>
              </a:rPr>
              <a:t>“Today I will do something for somebody else.”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559552"/>
            <a:ext cx="5696712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C4D9EE"/>
                </a:solidFill>
                <a:latin typeface="Karla"/>
              </a:rPr>
              <a:t>The first of five prompts in these slides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089904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7896BD"/>
                </a:solidFill>
                <a:latin typeface="Karla"/>
              </a:rPr>
              <a:t>Needs: nothing to print. The five prompts are already here, one to a morning.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something for somebody else.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get something done that I have been putting off.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speak to somebody I do not usually speak 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something I would normally not bother with.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  ·  VOLUME ONE  ·  PROMPT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60152" cy="4069080"/>
          </a:xfrm>
          <a:prstGeom prst="roundRect">
            <a:avLst>
              <a:gd name="adj" fmla="val 4044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2240280"/>
            <a:ext cx="9354312" cy="38404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100" b="0">
                <a:solidFill>
                  <a:srgbClr val="3D78BA"/>
                </a:solidFill>
                <a:latin typeface="Karla"/>
              </a:rPr>
              <a:t>Today I will…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92927" y="2798064"/>
            <a:ext cx="1005840" cy="27432"/>
          </a:xfrm>
          <a:prstGeom prst="roundRect">
            <a:avLst>
              <a:gd name="adj" fmla="val 50000"/>
            </a:avLst>
          </a:prstGeom>
          <a:solidFill>
            <a:srgbClr val="C4D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035808"/>
            <a:ext cx="9354312" cy="1417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F6FB5"/>
                </a:solidFill>
                <a:latin typeface="Libre Caslon Display"/>
              </a:rPr>
              <a:t>do one thing that makes tomorrow easier.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852160"/>
            <a:ext cx="12191695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A5C93"/>
                </a:solidFill>
                <a:latin typeface="Karla"/>
              </a:rPr>
              <a:t>Small enough to be finished by home time. A few words is plenty.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 spc="160">
                <a:solidFill>
                  <a:srgbClr val="3D78BA"/>
                </a:solidFill>
                <a:latin typeface="Karla"/>
              </a:rPr>
              <a:t>TODAY I WILL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8368"/>
            <a:ext cx="12191695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2F6FB5"/>
                </a:solidFill>
                <a:latin typeface="Libre Caslon Display"/>
              </a:rPr>
              <a:t>Your prompt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17904"/>
            <a:ext cx="9966960" cy="6583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2A5C93"/>
                </a:solidFill>
                <a:latin typeface="Karla"/>
              </a:rPr>
              <a:t>Five prompts in these slides, and five more in the resource pack.</a:t>
            </a:r>
            <a:br/>
            <a:r>
              <a:rPr sz="1700" b="0">
                <a:solidFill>
                  <a:srgbClr val="2A5C93"/>
                </a:solidFill>
                <a:latin typeface="Karla"/>
              </a:rPr>
              <a:t>After those, they come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2688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-tw-id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132" y="2432304"/>
            <a:ext cx="713232" cy="713232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2702052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2052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Think of a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Something you would be willing to answer yourself.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-tw-sm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2432304"/>
            <a:ext cx="713232" cy="713232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240779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79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Keep it 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Something you can finish between registration and home time.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212848"/>
            <a:ext cx="3246120" cy="2468880"/>
          </a:xfrm>
          <a:prstGeom prst="roundRect">
            <a:avLst>
              <a:gd name="adj" fmla="val 5185"/>
            </a:avLst>
          </a:prstGeom>
          <a:solidFill>
            <a:srgbClr val="FFFDF7"/>
          </a:solidFill>
          <a:ln>
            <a:noFill/>
          </a:ln>
          <a:effectLst/>
          <a:effectLst>
            <a:outerShdw blurRad="76200" dist="25400" dir="5400000" rotWithShape="0">
              <a:srgbClr val="2F6FB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-tw-s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6588" y="2432304"/>
            <a:ext cx="713232" cy="7132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9779508" y="2935224"/>
            <a:ext cx="310896" cy="310896"/>
          </a:xfrm>
          <a:prstGeom prst="ellipse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9508" y="2976372"/>
            <a:ext cx="31089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47304" y="3255263"/>
            <a:ext cx="2971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2F6FB5"/>
                </a:solidFill>
                <a:latin typeface="Karla"/>
              </a:rPr>
              <a:t>Bring it to your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694176"/>
            <a:ext cx="2880360" cy="7772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2A5C93"/>
                </a:solidFill>
                <a:latin typeface="Karla"/>
              </a:rPr>
              <a:t>One of them goes up on the board the next morning.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0">
                <a:solidFill>
                  <a:srgbClr val="2F6FB5"/>
                </a:solidFill>
                <a:latin typeface="Libre Caslon Display"/>
              </a:rPr>
              <a:t>The best prompts are the ones you would find slightly difficult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6053328"/>
            <a:ext cx="1033272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7896BD"/>
                </a:solidFill>
                <a:latin typeface="Karla"/>
              </a:rPr>
              <a:t>Needs: nothing new. Five more prompts are in the resource pack.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6400800"/>
            <a:ext cx="173736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7896BD"/>
                </a:solidFill>
                <a:latin typeface="Libre Caslon Display"/>
              </a:rPr>
              <a:t>The Pastoral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